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80"/>
    <a:srgbClr val="C62828"/>
    <a:srgbClr val="1B6B2F"/>
    <a:srgbClr val="E05A00"/>
    <a:srgbClr val="5C2D91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3CA882-650E-4FBF-9071-4022972457C3}" v="62" dt="2026-05-28T06:55:58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45" autoAdjust="0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67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HEK SROS" userId="8cedbad3-deec-40fb-8571-6ca7f038b51b" providerId="ADAL" clId="{2B96A9BE-95F9-4E01-93AE-2FD10B1E2391}"/>
    <pc:docChg chg="undo redo custSel modSld">
      <pc:chgData name="NHEK SROS" userId="8cedbad3-deec-40fb-8571-6ca7f038b51b" providerId="ADAL" clId="{2B96A9BE-95F9-4E01-93AE-2FD10B1E2391}" dt="2026-05-28T06:56:46.990" v="760" actId="207"/>
      <pc:docMkLst>
        <pc:docMk/>
      </pc:docMkLst>
      <pc:sldChg chg="addSp delSp modSp mod">
        <pc:chgData name="NHEK SROS" userId="8cedbad3-deec-40fb-8571-6ca7f038b51b" providerId="ADAL" clId="{2B96A9BE-95F9-4E01-93AE-2FD10B1E2391}" dt="2026-05-28T03:54:42.553" v="719" actId="1076"/>
        <pc:sldMkLst>
          <pc:docMk/>
          <pc:sldMk cId="0" sldId="256"/>
        </pc:sldMkLst>
        <pc:spChg chg="mod">
          <ac:chgData name="NHEK SROS" userId="8cedbad3-deec-40fb-8571-6ca7f038b51b" providerId="ADAL" clId="{2B96A9BE-95F9-4E01-93AE-2FD10B1E2391}" dt="2026-05-28T03:51:56.632" v="66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2:59:32.401" v="26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50:43.955" v="646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51:50.433" v="661" actId="20577"/>
          <ac:spMkLst>
            <pc:docMk/>
            <pc:sldMk cId="0" sldId="256"/>
            <ac:spMk id="8" creationId="{00000000-0000-0000-0000-000000000000}"/>
          </ac:spMkLst>
        </pc:spChg>
        <pc:spChg chg="mod ord">
          <ac:chgData name="NHEK SROS" userId="8cedbad3-deec-40fb-8571-6ca7f038b51b" providerId="ADAL" clId="{2B96A9BE-95F9-4E01-93AE-2FD10B1E2391}" dt="2026-05-28T03:51:53.021" v="663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54:17.113" v="714" actId="20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2:59:01.109" v="23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2:59:01.109" v="23" actId="107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2:59:01.109" v="23" actId="1076"/>
          <ac:spMkLst>
            <pc:docMk/>
            <pc:sldMk cId="0" sldId="256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2:59:01.109" v="23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2:59:01.109" v="23" actId="1076"/>
          <ac:spMkLst>
            <pc:docMk/>
            <pc:sldMk cId="0" sldId="256"/>
            <ac:spMk id="1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2:59:01.109" v="23" actId="1076"/>
          <ac:spMkLst>
            <pc:docMk/>
            <pc:sldMk cId="0" sldId="256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2:59:01.109" v="23" actId="1076"/>
          <ac:spMkLst>
            <pc:docMk/>
            <pc:sldMk cId="0" sldId="256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2:59:01.109" v="23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2:59:01.109" v="23" actId="1076"/>
          <ac:spMkLst>
            <pc:docMk/>
            <pc:sldMk cId="0" sldId="256"/>
            <ac:spMk id="20" creationId="{00000000-0000-0000-0000-000000000000}"/>
          </ac:spMkLst>
        </pc:spChg>
        <pc:spChg chg="del">
          <ac:chgData name="NHEK SROS" userId="8cedbad3-deec-40fb-8571-6ca7f038b51b" providerId="ADAL" clId="{2B96A9BE-95F9-4E01-93AE-2FD10B1E2391}" dt="2026-05-28T02:57:49.737" v="12" actId="478"/>
          <ac:spMkLst>
            <pc:docMk/>
            <pc:sldMk cId="0" sldId="256"/>
            <ac:spMk id="22" creationId="{00000000-0000-0000-0000-000000000000}"/>
          </ac:spMkLst>
        </pc:spChg>
        <pc:spChg chg="add del">
          <ac:chgData name="NHEK SROS" userId="8cedbad3-deec-40fb-8571-6ca7f038b51b" providerId="ADAL" clId="{2B96A9BE-95F9-4E01-93AE-2FD10B1E2391}" dt="2026-05-28T02:58:30.162" v="14" actId="22"/>
          <ac:spMkLst>
            <pc:docMk/>
            <pc:sldMk cId="0" sldId="256"/>
            <ac:spMk id="26" creationId="{5EF3775F-D1AC-B2D8-EDA6-E6FA9AD02482}"/>
          </ac:spMkLst>
        </pc:spChg>
        <pc:spChg chg="add del mod">
          <ac:chgData name="NHEK SROS" userId="8cedbad3-deec-40fb-8571-6ca7f038b51b" providerId="ADAL" clId="{2B96A9BE-95F9-4E01-93AE-2FD10B1E2391}" dt="2026-05-28T03:51:07.241" v="650" actId="478"/>
          <ac:spMkLst>
            <pc:docMk/>
            <pc:sldMk cId="0" sldId="256"/>
            <ac:spMk id="28" creationId="{90C6230E-8565-DCE4-5A5D-F69DE55EF1DD}"/>
          </ac:spMkLst>
        </pc:spChg>
        <pc:spChg chg="add mod">
          <ac:chgData name="NHEK SROS" userId="8cedbad3-deec-40fb-8571-6ca7f038b51b" providerId="ADAL" clId="{2B96A9BE-95F9-4E01-93AE-2FD10B1E2391}" dt="2026-05-28T03:54:42.553" v="719" actId="1076"/>
          <ac:spMkLst>
            <pc:docMk/>
            <pc:sldMk cId="0" sldId="256"/>
            <ac:spMk id="29" creationId="{0C2A3A27-F01F-A39F-F3E6-AE7084E2D4EF}"/>
          </ac:spMkLst>
        </pc:spChg>
        <pc:picChg chg="del">
          <ac:chgData name="NHEK SROS" userId="8cedbad3-deec-40fb-8571-6ca7f038b51b" providerId="ADAL" clId="{2B96A9BE-95F9-4E01-93AE-2FD10B1E2391}" dt="2026-05-28T02:56:09.088" v="0" actId="478"/>
          <ac:picMkLst>
            <pc:docMk/>
            <pc:sldMk cId="0" sldId="256"/>
            <ac:picMk id="11" creationId="{00000000-0000-0000-0000-000000000000}"/>
          </ac:picMkLst>
        </pc:picChg>
        <pc:picChg chg="add mod">
          <ac:chgData name="NHEK SROS" userId="8cedbad3-deec-40fb-8571-6ca7f038b51b" providerId="ADAL" clId="{2B96A9BE-95F9-4E01-93AE-2FD10B1E2391}" dt="2026-05-28T02:58:49.272" v="19" actId="1076"/>
          <ac:picMkLst>
            <pc:docMk/>
            <pc:sldMk cId="0" sldId="256"/>
            <ac:picMk id="23" creationId="{DFF5F915-C5D1-81A1-92F0-7F776C1703AC}"/>
          </ac:picMkLst>
        </pc:picChg>
        <pc:picChg chg="add mod">
          <ac:chgData name="NHEK SROS" userId="8cedbad3-deec-40fb-8571-6ca7f038b51b" providerId="ADAL" clId="{2B96A9BE-95F9-4E01-93AE-2FD10B1E2391}" dt="2026-05-28T03:51:21.860" v="653" actId="1076"/>
          <ac:picMkLst>
            <pc:docMk/>
            <pc:sldMk cId="0" sldId="256"/>
            <ac:picMk id="24" creationId="{6BF4A942-970D-1081-723E-1FA7E2919FF2}"/>
          </ac:picMkLst>
        </pc:picChg>
        <pc:picChg chg="mod">
          <ac:chgData name="NHEK SROS" userId="8cedbad3-deec-40fb-8571-6ca7f038b51b" providerId="ADAL" clId="{2B96A9BE-95F9-4E01-93AE-2FD10B1E2391}" dt="2026-05-28T02:59:12.170" v="25" actId="1076"/>
          <ac:picMkLst>
            <pc:docMk/>
            <pc:sldMk cId="0" sldId="256"/>
            <ac:picMk id="27" creationId="{8111E930-D0FF-00D4-5803-ECD4E1D54616}"/>
          </ac:picMkLst>
        </pc:picChg>
      </pc:sldChg>
      <pc:sldChg chg="addSp delSp modSp mod setBg">
        <pc:chgData name="NHEK SROS" userId="8cedbad3-deec-40fb-8571-6ca7f038b51b" providerId="ADAL" clId="{2B96A9BE-95F9-4E01-93AE-2FD10B1E2391}" dt="2026-05-28T06:52:52.714" v="721"/>
        <pc:sldMkLst>
          <pc:docMk/>
          <pc:sldMk cId="0" sldId="258"/>
        </pc:sldMkLst>
        <pc:spChg chg="mod">
          <ac:chgData name="NHEK SROS" userId="8cedbad3-deec-40fb-8571-6ca7f038b51b" providerId="ADAL" clId="{2B96A9BE-95F9-4E01-93AE-2FD10B1E2391}" dt="2026-05-28T03:00:35.884" v="42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0:54.097" v="46"/>
          <ac:spMkLst>
            <pc:docMk/>
            <pc:sldMk cId="0" sldId="258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1:34.720" v="53" actId="1076"/>
          <ac:spMkLst>
            <pc:docMk/>
            <pc:sldMk cId="0" sldId="258"/>
            <ac:spMk id="32" creationId="{00000000-0000-0000-0000-000000000000}"/>
          </ac:spMkLst>
        </pc:spChg>
        <pc:spChg chg="add mod">
          <ac:chgData name="NHEK SROS" userId="8cedbad3-deec-40fb-8571-6ca7f038b51b" providerId="ADAL" clId="{2B96A9BE-95F9-4E01-93AE-2FD10B1E2391}" dt="2026-05-28T03:01:53.908" v="59"/>
          <ac:spMkLst>
            <pc:docMk/>
            <pc:sldMk cId="0" sldId="258"/>
            <ac:spMk id="35" creationId="{33088078-795D-9BE2-2717-60406E3910A3}"/>
          </ac:spMkLst>
        </pc:spChg>
        <pc:spChg chg="add mod">
          <ac:chgData name="NHEK SROS" userId="8cedbad3-deec-40fb-8571-6ca7f038b51b" providerId="ADAL" clId="{2B96A9BE-95F9-4E01-93AE-2FD10B1E2391}" dt="2026-05-28T03:02:13.506" v="63"/>
          <ac:spMkLst>
            <pc:docMk/>
            <pc:sldMk cId="0" sldId="258"/>
            <ac:spMk id="36" creationId="{AC1F96D4-BEFA-4272-C42B-63700AC3326A}"/>
          </ac:spMkLst>
        </pc:spChg>
        <pc:graphicFrameChg chg="mod modGraphic">
          <ac:chgData name="NHEK SROS" userId="8cedbad3-deec-40fb-8571-6ca7f038b51b" providerId="ADAL" clId="{2B96A9BE-95F9-4E01-93AE-2FD10B1E2391}" dt="2026-05-28T03:01:49.125" v="58" actId="14734"/>
          <ac:graphicFrameMkLst>
            <pc:docMk/>
            <pc:sldMk cId="0" sldId="258"/>
            <ac:graphicFrameMk id="33" creationId="{00000000-0000-0000-0000-000000000000}"/>
          </ac:graphicFrameMkLst>
        </pc:graphicFrameChg>
        <pc:graphicFrameChg chg="add mod modGraphic">
          <ac:chgData name="NHEK SROS" userId="8cedbad3-deec-40fb-8571-6ca7f038b51b" providerId="ADAL" clId="{2B96A9BE-95F9-4E01-93AE-2FD10B1E2391}" dt="2026-05-28T03:02:53.628" v="75" actId="20577"/>
          <ac:graphicFrameMkLst>
            <pc:docMk/>
            <pc:sldMk cId="0" sldId="258"/>
            <ac:graphicFrameMk id="37" creationId="{29947A04-823D-C68B-1BDA-6FE98DF6478F}"/>
          </ac:graphicFrameMkLst>
        </pc:graphicFrameChg>
        <pc:picChg chg="del">
          <ac:chgData name="NHEK SROS" userId="8cedbad3-deec-40fb-8571-6ca7f038b51b" providerId="ADAL" clId="{2B96A9BE-95F9-4E01-93AE-2FD10B1E2391}" dt="2026-05-28T03:00:22.195" v="28" actId="478"/>
          <ac:picMkLst>
            <pc:docMk/>
            <pc:sldMk cId="0" sldId="258"/>
            <ac:picMk id="8" creationId="{00000000-0000-0000-0000-000000000000}"/>
          </ac:picMkLst>
        </pc:picChg>
        <pc:picChg chg="add mod">
          <ac:chgData name="NHEK SROS" userId="8cedbad3-deec-40fb-8571-6ca7f038b51b" providerId="ADAL" clId="{2B96A9BE-95F9-4E01-93AE-2FD10B1E2391}" dt="2026-05-28T03:00:27.737" v="32" actId="1076"/>
          <ac:picMkLst>
            <pc:docMk/>
            <pc:sldMk cId="0" sldId="258"/>
            <ac:picMk id="34" creationId="{E33E0CC0-E4E4-63DF-D964-67C878414DBD}"/>
          </ac:picMkLst>
        </pc:picChg>
      </pc:sldChg>
      <pc:sldChg chg="addSp delSp modSp mod">
        <pc:chgData name="NHEK SROS" userId="8cedbad3-deec-40fb-8571-6ca7f038b51b" providerId="ADAL" clId="{2B96A9BE-95F9-4E01-93AE-2FD10B1E2391}" dt="2026-05-28T03:03:27.775" v="80" actId="207"/>
        <pc:sldMkLst>
          <pc:docMk/>
          <pc:sldMk cId="0" sldId="259"/>
        </pc:sldMkLst>
        <pc:spChg chg="mod">
          <ac:chgData name="NHEK SROS" userId="8cedbad3-deec-40fb-8571-6ca7f038b51b" providerId="ADAL" clId="{2B96A9BE-95F9-4E01-93AE-2FD10B1E2391}" dt="2026-05-28T03:03:27.775" v="80" actId="207"/>
          <ac:spMkLst>
            <pc:docMk/>
            <pc:sldMk cId="0" sldId="259"/>
            <ac:spMk id="2" creationId="{00000000-0000-0000-0000-000000000000}"/>
          </ac:spMkLst>
        </pc:spChg>
        <pc:picChg chg="del">
          <ac:chgData name="NHEK SROS" userId="8cedbad3-deec-40fb-8571-6ca7f038b51b" providerId="ADAL" clId="{2B96A9BE-95F9-4E01-93AE-2FD10B1E2391}" dt="2026-05-28T03:03:16.073" v="77" actId="478"/>
          <ac:picMkLst>
            <pc:docMk/>
            <pc:sldMk cId="0" sldId="259"/>
            <ac:picMk id="3" creationId="{00000000-0000-0000-0000-000000000000}"/>
          </ac:picMkLst>
        </pc:picChg>
        <pc:picChg chg="add mod">
          <ac:chgData name="NHEK SROS" userId="8cedbad3-deec-40fb-8571-6ca7f038b51b" providerId="ADAL" clId="{2B96A9BE-95F9-4E01-93AE-2FD10B1E2391}" dt="2026-05-28T03:03:20.678" v="79" actId="1076"/>
          <ac:picMkLst>
            <pc:docMk/>
            <pc:sldMk cId="0" sldId="259"/>
            <ac:picMk id="7" creationId="{A4406821-5307-DA1B-EAC1-50825E0ADC86}"/>
          </ac:picMkLst>
        </pc:picChg>
      </pc:sldChg>
      <pc:sldChg chg="addSp delSp modSp mod">
        <pc:chgData name="NHEK SROS" userId="8cedbad3-deec-40fb-8571-6ca7f038b51b" providerId="ADAL" clId="{2B96A9BE-95F9-4E01-93AE-2FD10B1E2391}" dt="2026-05-28T03:09:27.528" v="111" actId="22"/>
        <pc:sldMkLst>
          <pc:docMk/>
          <pc:sldMk cId="0" sldId="260"/>
        </pc:sldMkLst>
        <pc:spChg chg="mod">
          <ac:chgData name="NHEK SROS" userId="8cedbad3-deec-40fb-8571-6ca7f038b51b" providerId="ADAL" clId="{2B96A9BE-95F9-4E01-93AE-2FD10B1E2391}" dt="2026-05-28T03:06:08.566" v="89" actId="120"/>
          <ac:spMkLst>
            <pc:docMk/>
            <pc:sldMk cId="0" sldId="260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6:18.585" v="99" actId="103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6:18.585" v="99" actId="103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6:18.585" v="99" actId="103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6:18.585" v="99" actId="103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6:18.585" v="99" actId="103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6:18.585" v="99" actId="103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6:18.585" v="99" actId="103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6:18.585" v="99" actId="103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6:18.585" v="99" actId="103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6:18.585" v="99" actId="103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7:03.633" v="100" actId="208"/>
          <ac:spMkLst>
            <pc:docMk/>
            <pc:sldMk cId="0" sldId="260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7:03.633" v="100" actId="208"/>
          <ac:spMkLst>
            <pc:docMk/>
            <pc:sldMk cId="0" sldId="260"/>
            <ac:spMk id="2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7:03.633" v="100" actId="208"/>
          <ac:spMkLst>
            <pc:docMk/>
            <pc:sldMk cId="0" sldId="260"/>
            <ac:spMk id="3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7:03.633" v="100" actId="208"/>
          <ac:spMkLst>
            <pc:docMk/>
            <pc:sldMk cId="0" sldId="260"/>
            <ac:spMk id="3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07:03.633" v="100" actId="208"/>
          <ac:spMkLst>
            <pc:docMk/>
            <pc:sldMk cId="0" sldId="260"/>
            <ac:spMk id="38" creationId="{00000000-0000-0000-0000-000000000000}"/>
          </ac:spMkLst>
        </pc:spChg>
        <pc:spChg chg="add del">
          <ac:chgData name="NHEK SROS" userId="8cedbad3-deec-40fb-8571-6ca7f038b51b" providerId="ADAL" clId="{2B96A9BE-95F9-4E01-93AE-2FD10B1E2391}" dt="2026-05-28T03:09:25.052" v="109" actId="22"/>
          <ac:spMkLst>
            <pc:docMk/>
            <pc:sldMk cId="0" sldId="260"/>
            <ac:spMk id="43" creationId="{8936BF2C-7318-C5FF-0F36-A1E641F43A3D}"/>
          </ac:spMkLst>
        </pc:spChg>
        <pc:spChg chg="add del">
          <ac:chgData name="NHEK SROS" userId="8cedbad3-deec-40fb-8571-6ca7f038b51b" providerId="ADAL" clId="{2B96A9BE-95F9-4E01-93AE-2FD10B1E2391}" dt="2026-05-28T03:09:27.528" v="111" actId="22"/>
          <ac:spMkLst>
            <pc:docMk/>
            <pc:sldMk cId="0" sldId="260"/>
            <ac:spMk id="45" creationId="{02B6BB08-9935-7945-2BEA-F58AF6A54258}"/>
          </ac:spMkLst>
        </pc:spChg>
        <pc:picChg chg="add mod">
          <ac:chgData name="NHEK SROS" userId="8cedbad3-deec-40fb-8571-6ca7f038b51b" providerId="ADAL" clId="{2B96A9BE-95F9-4E01-93AE-2FD10B1E2391}" dt="2026-05-28T03:08:33.314" v="107" actId="14100"/>
          <ac:picMkLst>
            <pc:docMk/>
            <pc:sldMk cId="0" sldId="260"/>
            <ac:picMk id="41" creationId="{AAE666CB-1506-EF6B-1D1A-4660EE95EE55}"/>
          </ac:picMkLst>
        </pc:picChg>
      </pc:sldChg>
      <pc:sldChg chg="addSp modSp">
        <pc:chgData name="NHEK SROS" userId="8cedbad3-deec-40fb-8571-6ca7f038b51b" providerId="ADAL" clId="{2B96A9BE-95F9-4E01-93AE-2FD10B1E2391}" dt="2026-05-28T03:14:48.645" v="155"/>
        <pc:sldMkLst>
          <pc:docMk/>
          <pc:sldMk cId="0" sldId="262"/>
        </pc:sldMkLst>
        <pc:picChg chg="mod">
          <ac:chgData name="NHEK SROS" userId="8cedbad3-deec-40fb-8571-6ca7f038b51b" providerId="ADAL" clId="{2B96A9BE-95F9-4E01-93AE-2FD10B1E2391}" dt="2026-05-28T03:11:46.664" v="112"/>
          <ac:picMkLst>
            <pc:docMk/>
            <pc:sldMk cId="0" sldId="262"/>
            <ac:picMk id="3" creationId="{00000000-0000-0000-0000-000000000000}"/>
          </ac:picMkLst>
        </pc:picChg>
        <pc:picChg chg="add mod">
          <ac:chgData name="NHEK SROS" userId="8cedbad3-deec-40fb-8571-6ca7f038b51b" providerId="ADAL" clId="{2B96A9BE-95F9-4E01-93AE-2FD10B1E2391}" dt="2026-05-28T03:14:48.645" v="155"/>
          <ac:picMkLst>
            <pc:docMk/>
            <pc:sldMk cId="0" sldId="262"/>
            <ac:picMk id="7" creationId="{7B082FDE-1E67-4142-B276-313B1A5ADD61}"/>
          </ac:picMkLst>
        </pc:picChg>
      </pc:sldChg>
      <pc:sldChg chg="addSp delSp modSp mod">
        <pc:chgData name="NHEK SROS" userId="8cedbad3-deec-40fb-8571-6ca7f038b51b" providerId="ADAL" clId="{2B96A9BE-95F9-4E01-93AE-2FD10B1E2391}" dt="2026-05-28T03:14:58.980" v="160" actId="14100"/>
        <pc:sldMkLst>
          <pc:docMk/>
          <pc:sldMk cId="0" sldId="263"/>
        </pc:sldMkLst>
        <pc:spChg chg="mod">
          <ac:chgData name="NHEK SROS" userId="8cedbad3-deec-40fb-8571-6ca7f038b51b" providerId="ADAL" clId="{2B96A9BE-95F9-4E01-93AE-2FD10B1E2391}" dt="2026-05-28T03:14:18.937" v="135" actId="164"/>
          <ac:spMkLst>
            <pc:docMk/>
            <pc:sldMk cId="0" sldId="263"/>
            <ac:spMk id="1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4:18.937" v="135" actId="164"/>
          <ac:spMkLst>
            <pc:docMk/>
            <pc:sldMk cId="0" sldId="263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4:26.527" v="153" actId="1036"/>
          <ac:spMkLst>
            <pc:docMk/>
            <pc:sldMk cId="0" sldId="263"/>
            <ac:spMk id="2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4:26.527" v="153" actId="1036"/>
          <ac:spMkLst>
            <pc:docMk/>
            <pc:sldMk cId="0" sldId="263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4:26.527" v="153" actId="103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4:26.527" v="153" actId="103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4:26.527" v="153" actId="1036"/>
          <ac:spMkLst>
            <pc:docMk/>
            <pc:sldMk cId="0" sldId="263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4:26.527" v="153" actId="1036"/>
          <ac:spMkLst>
            <pc:docMk/>
            <pc:sldMk cId="0" sldId="263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4:26.527" v="153" actId="1036"/>
          <ac:spMkLst>
            <pc:docMk/>
            <pc:sldMk cId="0" sldId="263"/>
            <ac:spMk id="2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4:26.527" v="153" actId="1036"/>
          <ac:spMkLst>
            <pc:docMk/>
            <pc:sldMk cId="0" sldId="263"/>
            <ac:spMk id="28" creationId="{00000000-0000-0000-0000-000000000000}"/>
          </ac:spMkLst>
        </pc:spChg>
        <pc:grpChg chg="add mod">
          <ac:chgData name="NHEK SROS" userId="8cedbad3-deec-40fb-8571-6ca7f038b51b" providerId="ADAL" clId="{2B96A9BE-95F9-4E01-93AE-2FD10B1E2391}" dt="2026-05-28T03:14:18.937" v="135" actId="164"/>
          <ac:grpSpMkLst>
            <pc:docMk/>
            <pc:sldMk cId="0" sldId="263"/>
            <ac:grpSpMk id="31" creationId="{8721014B-4E2C-6835-1665-23C35F149F27}"/>
          </ac:grpSpMkLst>
        </pc:grpChg>
        <pc:picChg chg="del">
          <ac:chgData name="NHEK SROS" userId="8cedbad3-deec-40fb-8571-6ca7f038b51b" providerId="ADAL" clId="{2B96A9BE-95F9-4E01-93AE-2FD10B1E2391}" dt="2026-05-28T03:12:55.329" v="114" actId="478"/>
          <ac:picMkLst>
            <pc:docMk/>
            <pc:sldMk cId="0" sldId="263"/>
            <ac:picMk id="7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5-28T03:14:18.937" v="135" actId="164"/>
          <ac:picMkLst>
            <pc:docMk/>
            <pc:sldMk cId="0" sldId="263"/>
            <ac:picMk id="12" creationId="{00000000-0000-0000-0000-000000000000}"/>
          </ac:picMkLst>
        </pc:picChg>
        <pc:picChg chg="del">
          <ac:chgData name="NHEK SROS" userId="8cedbad3-deec-40fb-8571-6ca7f038b51b" providerId="ADAL" clId="{2B96A9BE-95F9-4E01-93AE-2FD10B1E2391}" dt="2026-05-28T03:13:10.962" v="120" actId="478"/>
          <ac:picMkLst>
            <pc:docMk/>
            <pc:sldMk cId="0" sldId="263"/>
            <ac:picMk id="14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5-28T03:14:18.937" v="135" actId="164"/>
          <ac:picMkLst>
            <pc:docMk/>
            <pc:sldMk cId="0" sldId="263"/>
            <ac:picMk id="20" creationId="{00000000-0000-0000-0000-000000000000}"/>
          </ac:picMkLst>
        </pc:picChg>
        <pc:picChg chg="add mod">
          <ac:chgData name="NHEK SROS" userId="8cedbad3-deec-40fb-8571-6ca7f038b51b" providerId="ADAL" clId="{2B96A9BE-95F9-4E01-93AE-2FD10B1E2391}" dt="2026-05-28T03:13:19.340" v="125" actId="1076"/>
          <ac:picMkLst>
            <pc:docMk/>
            <pc:sldMk cId="0" sldId="263"/>
            <ac:picMk id="29" creationId="{58C1C151-8871-0A29-AE8F-36C5698548D7}"/>
          </ac:picMkLst>
        </pc:picChg>
        <pc:picChg chg="add mod">
          <ac:chgData name="NHEK SROS" userId="8cedbad3-deec-40fb-8571-6ca7f038b51b" providerId="ADAL" clId="{2B96A9BE-95F9-4E01-93AE-2FD10B1E2391}" dt="2026-05-28T03:13:15.796" v="123" actId="1076"/>
          <ac:picMkLst>
            <pc:docMk/>
            <pc:sldMk cId="0" sldId="263"/>
            <ac:picMk id="30" creationId="{D6BE7B02-E505-4A16-55DB-AB8ADA27596A}"/>
          </ac:picMkLst>
        </pc:picChg>
        <pc:picChg chg="add mod">
          <ac:chgData name="NHEK SROS" userId="8cedbad3-deec-40fb-8571-6ca7f038b51b" providerId="ADAL" clId="{2B96A9BE-95F9-4E01-93AE-2FD10B1E2391}" dt="2026-05-28T03:14:58.980" v="160" actId="14100"/>
          <ac:picMkLst>
            <pc:docMk/>
            <pc:sldMk cId="0" sldId="263"/>
            <ac:picMk id="32" creationId="{3C66A3C5-327F-34FB-1A8A-B07883381245}"/>
          </ac:picMkLst>
        </pc:picChg>
      </pc:sldChg>
      <pc:sldChg chg="addSp modSp mod">
        <pc:chgData name="NHEK SROS" userId="8cedbad3-deec-40fb-8571-6ca7f038b51b" providerId="ADAL" clId="{2B96A9BE-95F9-4E01-93AE-2FD10B1E2391}" dt="2026-05-28T03:20:33.174" v="203" actId="1076"/>
        <pc:sldMkLst>
          <pc:docMk/>
          <pc:sldMk cId="0" sldId="264"/>
        </pc:sldMkLst>
        <pc:spChg chg="mod">
          <ac:chgData name="NHEK SROS" userId="8cedbad3-deec-40fb-8571-6ca7f038b51b" providerId="ADAL" clId="{2B96A9BE-95F9-4E01-93AE-2FD10B1E2391}" dt="2026-05-28T03:15:21.647" v="161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6:10.545" v="162" actId="14100"/>
          <ac:spMkLst>
            <pc:docMk/>
            <pc:sldMk cId="0" sldId="264"/>
            <ac:spMk id="2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6:20.061" v="164" actId="1076"/>
          <ac:spMkLst>
            <pc:docMk/>
            <pc:sldMk cId="0" sldId="264"/>
            <ac:spMk id="3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6:20.061" v="164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6:20.061" v="164" actId="107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6:20.061" v="164" actId="1076"/>
          <ac:spMkLst>
            <pc:docMk/>
            <pc:sldMk cId="0" sldId="264"/>
            <ac:spMk id="3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6:20.061" v="164" actId="1076"/>
          <ac:spMkLst>
            <pc:docMk/>
            <pc:sldMk cId="0" sldId="264"/>
            <ac:spMk id="36" creationId="{00000000-0000-0000-0000-000000000000}"/>
          </ac:spMkLst>
        </pc:spChg>
        <pc:picChg chg="add mod">
          <ac:chgData name="NHEK SROS" userId="8cedbad3-deec-40fb-8571-6ca7f038b51b" providerId="ADAL" clId="{2B96A9BE-95F9-4E01-93AE-2FD10B1E2391}" dt="2026-05-28T03:20:33.174" v="203" actId="1076"/>
          <ac:picMkLst>
            <pc:docMk/>
            <pc:sldMk cId="0" sldId="264"/>
            <ac:picMk id="37" creationId="{53168DBB-7E4B-23C9-9621-A7BAB62032B5}"/>
          </ac:picMkLst>
        </pc:picChg>
        <pc:picChg chg="add mod">
          <ac:chgData name="NHEK SROS" userId="8cedbad3-deec-40fb-8571-6ca7f038b51b" providerId="ADAL" clId="{2B96A9BE-95F9-4E01-93AE-2FD10B1E2391}" dt="2026-05-28T03:20:29.177" v="201" actId="1076"/>
          <ac:picMkLst>
            <pc:docMk/>
            <pc:sldMk cId="0" sldId="264"/>
            <ac:picMk id="38" creationId="{12995270-A1E7-DB7B-192E-C163BEE415D7}"/>
          </ac:picMkLst>
        </pc:picChg>
        <pc:picChg chg="add mod">
          <ac:chgData name="NHEK SROS" userId="8cedbad3-deec-40fb-8571-6ca7f038b51b" providerId="ADAL" clId="{2B96A9BE-95F9-4E01-93AE-2FD10B1E2391}" dt="2026-05-28T03:17:29.555" v="177" actId="1076"/>
          <ac:picMkLst>
            <pc:docMk/>
            <pc:sldMk cId="0" sldId="264"/>
            <ac:picMk id="39" creationId="{941270C9-FCE1-8A4F-23F9-62024DAC688E}"/>
          </ac:picMkLst>
        </pc:picChg>
      </pc:sldChg>
      <pc:sldChg chg="modSp mod">
        <pc:chgData name="NHEK SROS" userId="8cedbad3-deec-40fb-8571-6ca7f038b51b" providerId="ADAL" clId="{2B96A9BE-95F9-4E01-93AE-2FD10B1E2391}" dt="2026-05-28T03:18:40.252" v="199" actId="1035"/>
        <pc:sldMkLst>
          <pc:docMk/>
          <pc:sldMk cId="0" sldId="265"/>
        </pc:sldMkLst>
        <pc:spChg chg="mod">
          <ac:chgData name="NHEK SROS" userId="8cedbad3-deec-40fb-8571-6ca7f038b51b" providerId="ADAL" clId="{2B96A9BE-95F9-4E01-93AE-2FD10B1E2391}" dt="2026-05-28T03:18:14.631" v="182" actId="113"/>
          <ac:spMkLst>
            <pc:docMk/>
            <pc:sldMk cId="0" sldId="265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7:45.437" v="178" actId="208"/>
          <ac:spMkLst>
            <pc:docMk/>
            <pc:sldMk cId="0" sldId="265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7:45.437" v="178" actId="208"/>
          <ac:spMkLst>
            <pc:docMk/>
            <pc:sldMk cId="0" sldId="265"/>
            <ac:spMk id="1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7:45.437" v="178" actId="208"/>
          <ac:spMkLst>
            <pc:docMk/>
            <pc:sldMk cId="0" sldId="265"/>
            <ac:spMk id="1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7:45.437" v="178" actId="208"/>
          <ac:spMkLst>
            <pc:docMk/>
            <pc:sldMk cId="0" sldId="265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7:45.437" v="178" actId="208"/>
          <ac:spMkLst>
            <pc:docMk/>
            <pc:sldMk cId="0" sldId="265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7:45.437" v="178" actId="208"/>
          <ac:spMkLst>
            <pc:docMk/>
            <pc:sldMk cId="0" sldId="265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8:24.837" v="184" actId="2057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8:40.252" v="199" actId="1035"/>
          <ac:spMkLst>
            <pc:docMk/>
            <pc:sldMk cId="0" sldId="265"/>
            <ac:spMk id="2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8:40.252" v="199" actId="1035"/>
          <ac:spMkLst>
            <pc:docMk/>
            <pc:sldMk cId="0" sldId="265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8:40.252" v="199" actId="1035"/>
          <ac:spMkLst>
            <pc:docMk/>
            <pc:sldMk cId="0" sldId="265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8:40.252" v="199" actId="1035"/>
          <ac:spMkLst>
            <pc:docMk/>
            <pc:sldMk cId="0" sldId="265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8:40.252" v="199" actId="1035"/>
          <ac:spMkLst>
            <pc:docMk/>
            <pc:sldMk cId="0" sldId="265"/>
            <ac:spMk id="2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8:40.252" v="199" actId="1035"/>
          <ac:spMkLst>
            <pc:docMk/>
            <pc:sldMk cId="0" sldId="265"/>
            <ac:spMk id="2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8:40.252" v="199" actId="1035"/>
          <ac:spMkLst>
            <pc:docMk/>
            <pc:sldMk cId="0" sldId="265"/>
            <ac:spMk id="3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8:40.252" v="199" actId="1035"/>
          <ac:spMkLst>
            <pc:docMk/>
            <pc:sldMk cId="0" sldId="265"/>
            <ac:spMk id="3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8:40.252" v="199" actId="1035"/>
          <ac:spMkLst>
            <pc:docMk/>
            <pc:sldMk cId="0" sldId="265"/>
            <ac:spMk id="3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18:40.252" v="199" actId="1035"/>
          <ac:spMkLst>
            <pc:docMk/>
            <pc:sldMk cId="0" sldId="265"/>
            <ac:spMk id="34" creationId="{00000000-0000-0000-0000-000000000000}"/>
          </ac:spMkLst>
        </pc:spChg>
      </pc:sldChg>
      <pc:sldChg chg="addSp delSp modSp mod">
        <pc:chgData name="NHEK SROS" userId="8cedbad3-deec-40fb-8571-6ca7f038b51b" providerId="ADAL" clId="{2B96A9BE-95F9-4E01-93AE-2FD10B1E2391}" dt="2026-05-28T06:53:51.773" v="727" actId="207"/>
        <pc:sldMkLst>
          <pc:docMk/>
          <pc:sldMk cId="0" sldId="266"/>
        </pc:sldMkLst>
        <pc:spChg chg="mod">
          <ac:chgData name="NHEK SROS" userId="8cedbad3-deec-40fb-8571-6ca7f038b51b" providerId="ADAL" clId="{2B96A9BE-95F9-4E01-93AE-2FD10B1E2391}" dt="2026-05-28T06:53:51.773" v="727" actId="207"/>
          <ac:spMkLst>
            <pc:docMk/>
            <pc:sldMk cId="0" sldId="266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5:15.159" v="228" actId="14100"/>
          <ac:spMkLst>
            <pc:docMk/>
            <pc:sldMk cId="0" sldId="266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5:47.735" v="249" actId="14100"/>
          <ac:spMkLst>
            <pc:docMk/>
            <pc:sldMk cId="0" sldId="266"/>
            <ac:spMk id="1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5:33.229" v="246" actId="1035"/>
          <ac:spMkLst>
            <pc:docMk/>
            <pc:sldMk cId="0" sldId="266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3:50.727" v="726" actId="207"/>
          <ac:spMkLst>
            <pc:docMk/>
            <pc:sldMk cId="0" sldId="266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5:11.996" v="227" actId="1410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5:51.163" v="250" actId="14100"/>
          <ac:spMkLst>
            <pc:docMk/>
            <pc:sldMk cId="0" sldId="266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5:33.229" v="246" actId="1035"/>
          <ac:spMkLst>
            <pc:docMk/>
            <pc:sldMk cId="0" sldId="266"/>
            <ac:spMk id="2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3:49.543" v="725" actId="207"/>
          <ac:spMkLst>
            <pc:docMk/>
            <pc:sldMk cId="0" sldId="266"/>
            <ac:spMk id="2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5:06.589" v="226" actId="14100"/>
          <ac:spMkLst>
            <pc:docMk/>
            <pc:sldMk cId="0" sldId="266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7:29.882" v="257" actId="20577"/>
          <ac:spMkLst>
            <pc:docMk/>
            <pc:sldMk cId="0" sldId="266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5:53.627" v="251" actId="14100"/>
          <ac:spMkLst>
            <pc:docMk/>
            <pc:sldMk cId="0" sldId="266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5:33.229" v="246" actId="1035"/>
          <ac:spMkLst>
            <pc:docMk/>
            <pc:sldMk cId="0" sldId="266"/>
            <ac:spMk id="2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6:16.205" v="255" actId="14100"/>
          <ac:spMkLst>
            <pc:docMk/>
            <pc:sldMk cId="0" sldId="266"/>
            <ac:spMk id="28" creationId="{00000000-0000-0000-0000-000000000000}"/>
          </ac:spMkLst>
        </pc:spChg>
        <pc:spChg chg="add del">
          <ac:chgData name="NHEK SROS" userId="8cedbad3-deec-40fb-8571-6ca7f038b51b" providerId="ADAL" clId="{2B96A9BE-95F9-4E01-93AE-2FD10B1E2391}" dt="2026-05-28T03:22:11.955" v="205" actId="22"/>
          <ac:spMkLst>
            <pc:docMk/>
            <pc:sldMk cId="0" sldId="266"/>
            <ac:spMk id="31" creationId="{331E24F3-E78F-2918-69C5-B4A43E4E6045}"/>
          </ac:spMkLst>
        </pc:spChg>
        <pc:picChg chg="del">
          <ac:chgData name="NHEK SROS" userId="8cedbad3-deec-40fb-8571-6ca7f038b51b" providerId="ADAL" clId="{2B96A9BE-95F9-4E01-93AE-2FD10B1E2391}" dt="2026-05-28T03:22:53.093" v="210" actId="478"/>
          <ac:picMkLst>
            <pc:docMk/>
            <pc:sldMk cId="0" sldId="266"/>
            <ac:picMk id="9" creationId="{00000000-0000-0000-0000-000000000000}"/>
          </ac:picMkLst>
        </pc:picChg>
        <pc:picChg chg="del">
          <ac:chgData name="NHEK SROS" userId="8cedbad3-deec-40fb-8571-6ca7f038b51b" providerId="ADAL" clId="{2B96A9BE-95F9-4E01-93AE-2FD10B1E2391}" dt="2026-05-28T03:23:52.865" v="215" actId="478"/>
          <ac:picMkLst>
            <pc:docMk/>
            <pc:sldMk cId="0" sldId="266"/>
            <ac:picMk id="16" creationId="{00000000-0000-0000-0000-000000000000}"/>
          </ac:picMkLst>
        </pc:picChg>
        <pc:picChg chg="del">
          <ac:chgData name="NHEK SROS" userId="8cedbad3-deec-40fb-8571-6ca7f038b51b" providerId="ADAL" clId="{2B96A9BE-95F9-4E01-93AE-2FD10B1E2391}" dt="2026-05-28T03:24:03.819" v="219" actId="478"/>
          <ac:picMkLst>
            <pc:docMk/>
            <pc:sldMk cId="0" sldId="266"/>
            <ac:picMk id="23" creationId="{00000000-0000-0000-0000-000000000000}"/>
          </ac:picMkLst>
        </pc:picChg>
        <pc:picChg chg="add mod">
          <ac:chgData name="NHEK SROS" userId="8cedbad3-deec-40fb-8571-6ca7f038b51b" providerId="ADAL" clId="{2B96A9BE-95F9-4E01-93AE-2FD10B1E2391}" dt="2026-05-28T03:23:02.984" v="211" actId="1076"/>
          <ac:picMkLst>
            <pc:docMk/>
            <pc:sldMk cId="0" sldId="266"/>
            <ac:picMk id="32" creationId="{AF252E03-EE14-F3C6-B82E-73386652DC50}"/>
          </ac:picMkLst>
        </pc:picChg>
        <pc:picChg chg="add mod">
          <ac:chgData name="NHEK SROS" userId="8cedbad3-deec-40fb-8571-6ca7f038b51b" providerId="ADAL" clId="{2B96A9BE-95F9-4E01-93AE-2FD10B1E2391}" dt="2026-05-28T03:24:48.300" v="224" actId="1076"/>
          <ac:picMkLst>
            <pc:docMk/>
            <pc:sldMk cId="0" sldId="266"/>
            <ac:picMk id="33" creationId="{44B76F92-88D4-0F8F-B00D-0454C55E0011}"/>
          </ac:picMkLst>
        </pc:picChg>
        <pc:picChg chg="add mod">
          <ac:chgData name="NHEK SROS" userId="8cedbad3-deec-40fb-8571-6ca7f038b51b" providerId="ADAL" clId="{2B96A9BE-95F9-4E01-93AE-2FD10B1E2391}" dt="2026-05-28T03:24:51.067" v="225" actId="1076"/>
          <ac:picMkLst>
            <pc:docMk/>
            <pc:sldMk cId="0" sldId="266"/>
            <ac:picMk id="34" creationId="{ED8DB876-B7C3-F800-11AB-71709306B3F9}"/>
          </ac:picMkLst>
        </pc:picChg>
      </pc:sldChg>
      <pc:sldChg chg="modSp mod">
        <pc:chgData name="NHEK SROS" userId="8cedbad3-deec-40fb-8571-6ca7f038b51b" providerId="ADAL" clId="{2B96A9BE-95F9-4E01-93AE-2FD10B1E2391}" dt="2026-05-28T06:54:05.648" v="729" actId="207"/>
        <pc:sldMkLst>
          <pc:docMk/>
          <pc:sldMk cId="0" sldId="267"/>
        </pc:sldMkLst>
        <pc:spChg chg="mod">
          <ac:chgData name="NHEK SROS" userId="8cedbad3-deec-40fb-8571-6ca7f038b51b" providerId="ADAL" clId="{2B96A9BE-95F9-4E01-93AE-2FD10B1E2391}" dt="2026-05-28T06:54:05.648" v="729" actId="207"/>
          <ac:spMkLst>
            <pc:docMk/>
            <pc:sldMk cId="0" sldId="267"/>
            <ac:spMk id="2" creationId="{00000000-0000-0000-0000-000000000000}"/>
          </ac:spMkLst>
        </pc:spChg>
        <pc:picChg chg="mod">
          <ac:chgData name="NHEK SROS" userId="8cedbad3-deec-40fb-8571-6ca7f038b51b" providerId="ADAL" clId="{2B96A9BE-95F9-4E01-93AE-2FD10B1E2391}" dt="2026-05-28T03:26:29.440" v="256"/>
          <ac:picMkLst>
            <pc:docMk/>
            <pc:sldMk cId="0" sldId="267"/>
            <ac:picMk id="3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6:54:20.062" v="733" actId="207"/>
        <pc:sldMkLst>
          <pc:docMk/>
          <pc:sldMk cId="0" sldId="268"/>
        </pc:sldMkLst>
        <pc:spChg chg="mod">
          <ac:chgData name="NHEK SROS" userId="8cedbad3-deec-40fb-8571-6ca7f038b51b" providerId="ADAL" clId="{2B96A9BE-95F9-4E01-93AE-2FD10B1E2391}" dt="2026-05-28T06:54:15.392" v="730" actId="207"/>
          <ac:spMkLst>
            <pc:docMk/>
            <pc:sldMk cId="0" sldId="268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14.294" v="280" actId="1035"/>
          <ac:spMkLst>
            <pc:docMk/>
            <pc:sldMk cId="0" sldId="268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8:53.651" v="263" actId="113"/>
          <ac:spMkLst>
            <pc:docMk/>
            <pc:sldMk cId="0" sldId="268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4:16.830" v="731" actId="207"/>
          <ac:spMkLst>
            <pc:docMk/>
            <pc:sldMk cId="0" sldId="268"/>
            <ac:spMk id="1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14.294" v="280" actId="1035"/>
          <ac:spMkLst>
            <pc:docMk/>
            <pc:sldMk cId="0" sldId="268"/>
            <ac:spMk id="1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14.294" v="280" actId="1035"/>
          <ac:spMkLst>
            <pc:docMk/>
            <pc:sldMk cId="0" sldId="268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14.294" v="280" actId="1035"/>
          <ac:spMkLst>
            <pc:docMk/>
            <pc:sldMk cId="0" sldId="268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9:01.468" v="265" actId="113"/>
          <ac:spMkLst>
            <pc:docMk/>
            <pc:sldMk cId="0" sldId="268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4:18.472" v="732" actId="207"/>
          <ac:spMkLst>
            <pc:docMk/>
            <pc:sldMk cId="0" sldId="268"/>
            <ac:spMk id="1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14.294" v="280" actId="1035"/>
          <ac:spMkLst>
            <pc:docMk/>
            <pc:sldMk cId="0" sldId="268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8:03.220" v="258" actId="207"/>
          <ac:spMkLst>
            <pc:docMk/>
            <pc:sldMk cId="0" sldId="268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14.294" v="280" actId="1035"/>
          <ac:spMkLst>
            <pc:docMk/>
            <pc:sldMk cId="0" sldId="268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9:46.017" v="272" actId="114"/>
          <ac:spMkLst>
            <pc:docMk/>
            <pc:sldMk cId="0" sldId="268"/>
            <ac:spMk id="2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4:20.062" v="733" actId="207"/>
          <ac:spMkLst>
            <pc:docMk/>
            <pc:sldMk cId="0" sldId="268"/>
            <ac:spMk id="2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28:03.220" v="258" actId="207"/>
          <ac:spMkLst>
            <pc:docMk/>
            <pc:sldMk cId="0" sldId="268"/>
            <ac:spMk id="2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14.294" v="280" actId="1035"/>
          <ac:spMkLst>
            <pc:docMk/>
            <pc:sldMk cId="0" sldId="268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14.294" v="280" actId="1035"/>
          <ac:spMkLst>
            <pc:docMk/>
            <pc:sldMk cId="0" sldId="268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14.294" v="280" actId="1035"/>
          <ac:spMkLst>
            <pc:docMk/>
            <pc:sldMk cId="0" sldId="268"/>
            <ac:spMk id="28" creationId="{00000000-0000-0000-0000-000000000000}"/>
          </ac:spMkLst>
        </pc:spChg>
        <pc:picChg chg="mod">
          <ac:chgData name="NHEK SROS" userId="8cedbad3-deec-40fb-8571-6ca7f038b51b" providerId="ADAL" clId="{2B96A9BE-95F9-4E01-93AE-2FD10B1E2391}" dt="2026-05-28T03:30:06.884" v="274"/>
          <ac:picMkLst>
            <pc:docMk/>
            <pc:sldMk cId="0" sldId="268"/>
            <ac:picMk id="27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6:54:32.731" v="735" actId="207"/>
        <pc:sldMkLst>
          <pc:docMk/>
          <pc:sldMk cId="0" sldId="269"/>
        </pc:sldMkLst>
        <pc:spChg chg="mod">
          <ac:chgData name="NHEK SROS" userId="8cedbad3-deec-40fb-8571-6ca7f038b51b" providerId="ADAL" clId="{2B96A9BE-95F9-4E01-93AE-2FD10B1E2391}" dt="2026-05-28T03:30:34.365" v="281" actId="14100"/>
          <ac:spMkLst>
            <pc:docMk/>
            <pc:sldMk cId="0" sldId="269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4:29.925" v="734" actId="207"/>
          <ac:spMkLst>
            <pc:docMk/>
            <pc:sldMk cId="0" sldId="269"/>
            <ac:spMk id="1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4:32.731" v="735" actId="207"/>
          <ac:spMkLst>
            <pc:docMk/>
            <pc:sldMk cId="0" sldId="269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46.900" v="282" actId="208"/>
          <ac:spMkLst>
            <pc:docMk/>
            <pc:sldMk cId="0" sldId="269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46.900" v="282" actId="208"/>
          <ac:spMkLst>
            <pc:docMk/>
            <pc:sldMk cId="0" sldId="269"/>
            <ac:spMk id="2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46.900" v="282" actId="208"/>
          <ac:spMkLst>
            <pc:docMk/>
            <pc:sldMk cId="0" sldId="269"/>
            <ac:spMk id="2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46.900" v="282" actId="208"/>
          <ac:spMkLst>
            <pc:docMk/>
            <pc:sldMk cId="0" sldId="269"/>
            <ac:spMk id="3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0:46.900" v="282" actId="208"/>
          <ac:spMkLst>
            <pc:docMk/>
            <pc:sldMk cId="0" sldId="269"/>
            <ac:spMk id="33" creationId="{00000000-0000-0000-0000-000000000000}"/>
          </ac:spMkLst>
        </pc:spChg>
      </pc:sldChg>
      <pc:sldChg chg="modSp">
        <pc:chgData name="NHEK SROS" userId="8cedbad3-deec-40fb-8571-6ca7f038b51b" providerId="ADAL" clId="{2B96A9BE-95F9-4E01-93AE-2FD10B1E2391}" dt="2026-05-28T03:31:18.775" v="283"/>
        <pc:sldMkLst>
          <pc:docMk/>
          <pc:sldMk cId="0" sldId="270"/>
        </pc:sldMkLst>
        <pc:picChg chg="mod">
          <ac:chgData name="NHEK SROS" userId="8cedbad3-deec-40fb-8571-6ca7f038b51b" providerId="ADAL" clId="{2B96A9BE-95F9-4E01-93AE-2FD10B1E2391}" dt="2026-05-28T03:31:18.775" v="283"/>
          <ac:picMkLst>
            <pc:docMk/>
            <pc:sldMk cId="0" sldId="270"/>
            <ac:picMk id="3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6:54:41.753" v="737" actId="207"/>
        <pc:sldMkLst>
          <pc:docMk/>
          <pc:sldMk cId="0" sldId="271"/>
        </pc:sldMkLst>
        <pc:spChg chg="mod">
          <ac:chgData name="NHEK SROS" userId="8cedbad3-deec-40fb-8571-6ca7f038b51b" providerId="ADAL" clId="{2B96A9BE-95F9-4E01-93AE-2FD10B1E2391}" dt="2026-05-28T06:54:39.834" v="736" actId="207"/>
          <ac:spMkLst>
            <pc:docMk/>
            <pc:sldMk cId="0" sldId="271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46.574" v="326" actId="208"/>
          <ac:spMkLst>
            <pc:docMk/>
            <pc:sldMk cId="0" sldId="271"/>
            <ac:spMk id="1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42.944" v="325" actId="208"/>
          <ac:spMkLst>
            <pc:docMk/>
            <pc:sldMk cId="0" sldId="271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46.574" v="326" actId="208"/>
          <ac:spMkLst>
            <pc:docMk/>
            <pc:sldMk cId="0" sldId="271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42.944" v="325" actId="208"/>
          <ac:spMkLst>
            <pc:docMk/>
            <pc:sldMk cId="0" sldId="271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46.574" v="326" actId="208"/>
          <ac:spMkLst>
            <pc:docMk/>
            <pc:sldMk cId="0" sldId="271"/>
            <ac:spMk id="1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42.944" v="325" actId="208"/>
          <ac:spMkLst>
            <pc:docMk/>
            <pc:sldMk cId="0" sldId="271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46.574" v="326" actId="208"/>
          <ac:spMkLst>
            <pc:docMk/>
            <pc:sldMk cId="0" sldId="271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42.944" v="325" actId="208"/>
          <ac:spMkLst>
            <pc:docMk/>
            <pc:sldMk cId="0" sldId="271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46.574" v="326" actId="208"/>
          <ac:spMkLst>
            <pc:docMk/>
            <pc:sldMk cId="0" sldId="271"/>
            <ac:spMk id="2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46.574" v="326" actId="208"/>
          <ac:spMkLst>
            <pc:docMk/>
            <pc:sldMk cId="0" sldId="271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42.944" v="325" actId="208"/>
          <ac:spMkLst>
            <pc:docMk/>
            <pc:sldMk cId="0" sldId="271"/>
            <ac:spMk id="2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4:41.753" v="737" actId="207"/>
          <ac:spMkLst>
            <pc:docMk/>
            <pc:sldMk cId="0" sldId="271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51.293" v="327" actId="208"/>
          <ac:spMkLst>
            <pc:docMk/>
            <pc:sldMk cId="0" sldId="271"/>
            <ac:spMk id="3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51.293" v="327" actId="208"/>
          <ac:spMkLst>
            <pc:docMk/>
            <pc:sldMk cId="0" sldId="271"/>
            <ac:spMk id="3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51.293" v="327" actId="208"/>
          <ac:spMkLst>
            <pc:docMk/>
            <pc:sldMk cId="0" sldId="271"/>
            <ac:spMk id="3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3:51.293" v="327" actId="208"/>
          <ac:spMkLst>
            <pc:docMk/>
            <pc:sldMk cId="0" sldId="271"/>
            <ac:spMk id="36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5-28T06:55:22.987" v="743" actId="20577"/>
        <pc:sldMkLst>
          <pc:docMk/>
          <pc:sldMk cId="0" sldId="272"/>
        </pc:sldMkLst>
        <pc:spChg chg="mod">
          <ac:chgData name="NHEK SROS" userId="8cedbad3-deec-40fb-8571-6ca7f038b51b" providerId="ADAL" clId="{2B96A9BE-95F9-4E01-93AE-2FD10B1E2391}" dt="2026-05-28T03:34:20.123" v="347" actId="1035"/>
          <ac:spMkLst>
            <pc:docMk/>
            <pc:sldMk cId="0" sldId="272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20.123" v="347" actId="1035"/>
          <ac:spMkLst>
            <pc:docMk/>
            <pc:sldMk cId="0" sldId="272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20.123" v="347" actId="1035"/>
          <ac:spMkLst>
            <pc:docMk/>
            <pc:sldMk cId="0" sldId="272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04.740" v="328" actId="207"/>
          <ac:spMkLst>
            <pc:docMk/>
            <pc:sldMk cId="0" sldId="272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20.123" v="347" actId="1035"/>
          <ac:spMkLst>
            <pc:docMk/>
            <pc:sldMk cId="0" sldId="272"/>
            <ac:spMk id="1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04.740" v="328" actId="207"/>
          <ac:spMkLst>
            <pc:docMk/>
            <pc:sldMk cId="0" sldId="272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20.123" v="347" actId="1035"/>
          <ac:spMkLst>
            <pc:docMk/>
            <pc:sldMk cId="0" sldId="272"/>
            <ac:spMk id="2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04.740" v="328" actId="207"/>
          <ac:spMkLst>
            <pc:docMk/>
            <pc:sldMk cId="0" sldId="272"/>
            <ac:spMk id="2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20.123" v="347" actId="1035"/>
          <ac:spMkLst>
            <pc:docMk/>
            <pc:sldMk cId="0" sldId="272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20.123" v="347" actId="1035"/>
          <ac:spMkLst>
            <pc:docMk/>
            <pc:sldMk cId="0" sldId="272"/>
            <ac:spMk id="2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50.634" v="409" actId="14100"/>
          <ac:spMkLst>
            <pc:docMk/>
            <pc:sldMk cId="0" sldId="272"/>
            <ac:spMk id="3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43.987" v="408" actId="1035"/>
          <ac:spMkLst>
            <pc:docMk/>
            <pc:sldMk cId="0" sldId="272"/>
            <ac:spMk id="3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5:22.987" v="743" actId="20577"/>
          <ac:spMkLst>
            <pc:docMk/>
            <pc:sldMk cId="0" sldId="272"/>
            <ac:spMk id="3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43.987" v="408" actId="1035"/>
          <ac:spMkLst>
            <pc:docMk/>
            <pc:sldMk cId="0" sldId="272"/>
            <ac:spMk id="3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43.987" v="408" actId="1035"/>
          <ac:spMkLst>
            <pc:docMk/>
            <pc:sldMk cId="0" sldId="272"/>
            <ac:spMk id="3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43.987" v="408" actId="1035"/>
          <ac:spMkLst>
            <pc:docMk/>
            <pc:sldMk cId="0" sldId="272"/>
            <ac:spMk id="3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43.987" v="408" actId="1035"/>
          <ac:spMkLst>
            <pc:docMk/>
            <pc:sldMk cId="0" sldId="272"/>
            <ac:spMk id="3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43.987" v="408" actId="1035"/>
          <ac:spMkLst>
            <pc:docMk/>
            <pc:sldMk cId="0" sldId="272"/>
            <ac:spMk id="3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43.987" v="408" actId="1035"/>
          <ac:spMkLst>
            <pc:docMk/>
            <pc:sldMk cId="0" sldId="272"/>
            <ac:spMk id="3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25.622" v="359" actId="1035"/>
          <ac:spMkLst>
            <pc:docMk/>
            <pc:sldMk cId="0" sldId="272"/>
            <ac:spMk id="4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4:25.622" v="359" actId="1035"/>
          <ac:spMkLst>
            <pc:docMk/>
            <pc:sldMk cId="0" sldId="272"/>
            <ac:spMk id="42" creationId="{00000000-0000-0000-0000-000000000000}"/>
          </ac:spMkLst>
        </pc:spChg>
        <pc:picChg chg="mod">
          <ac:chgData name="NHEK SROS" userId="8cedbad3-deec-40fb-8571-6ca7f038b51b" providerId="ADAL" clId="{2B96A9BE-95F9-4E01-93AE-2FD10B1E2391}" dt="2026-05-28T03:34:25.622" v="359" actId="1035"/>
          <ac:picMkLst>
            <pc:docMk/>
            <pc:sldMk cId="0" sldId="272"/>
            <ac:picMk id="41" creationId="{00000000-0000-0000-0000-000000000000}"/>
          </ac:picMkLst>
        </pc:picChg>
      </pc:sldChg>
      <pc:sldChg chg="modSp">
        <pc:chgData name="NHEK SROS" userId="8cedbad3-deec-40fb-8571-6ca7f038b51b" providerId="ADAL" clId="{2B96A9BE-95F9-4E01-93AE-2FD10B1E2391}" dt="2026-05-28T03:35:05.758" v="410"/>
        <pc:sldMkLst>
          <pc:docMk/>
          <pc:sldMk cId="0" sldId="273"/>
        </pc:sldMkLst>
        <pc:picChg chg="mod">
          <ac:chgData name="NHEK SROS" userId="8cedbad3-deec-40fb-8571-6ca7f038b51b" providerId="ADAL" clId="{2B96A9BE-95F9-4E01-93AE-2FD10B1E2391}" dt="2026-05-28T03:35:05.758" v="410"/>
          <ac:picMkLst>
            <pc:docMk/>
            <pc:sldMk cId="0" sldId="273"/>
            <ac:picMk id="3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6:55:33.038" v="745" actId="207"/>
        <pc:sldMkLst>
          <pc:docMk/>
          <pc:sldMk cId="0" sldId="274"/>
        </pc:sldMkLst>
        <pc:spChg chg="mod">
          <ac:chgData name="NHEK SROS" userId="8cedbad3-deec-40fb-8571-6ca7f038b51b" providerId="ADAL" clId="{2B96A9BE-95F9-4E01-93AE-2FD10B1E2391}" dt="2026-05-28T03:35:26.799" v="412" actId="14100"/>
          <ac:spMkLst>
            <pc:docMk/>
            <pc:sldMk cId="0" sldId="274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5:23.840" v="411" actId="208"/>
          <ac:spMkLst>
            <pc:docMk/>
            <pc:sldMk cId="0" sldId="274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5:23.840" v="411" actId="208"/>
          <ac:spMkLst>
            <pc:docMk/>
            <pc:sldMk cId="0" sldId="274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5:23.840" v="411" actId="208"/>
          <ac:spMkLst>
            <pc:docMk/>
            <pc:sldMk cId="0" sldId="274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5:30.872" v="413" actId="14100"/>
          <ac:spMkLst>
            <pc:docMk/>
            <pc:sldMk cId="0" sldId="274"/>
            <ac:spMk id="1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5:36.012" v="420" actId="103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5:40.308" v="421" actId="208"/>
          <ac:spMkLst>
            <pc:docMk/>
            <pc:sldMk cId="0" sldId="274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5:36.012" v="420" actId="103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5:40.308" v="421" actId="208"/>
          <ac:spMkLst>
            <pc:docMk/>
            <pc:sldMk cId="0" sldId="274"/>
            <ac:spMk id="1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5:36.012" v="420" actId="1036"/>
          <ac:spMkLst>
            <pc:docMk/>
            <pc:sldMk cId="0" sldId="274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5:40.308" v="421" actId="208"/>
          <ac:spMkLst>
            <pc:docMk/>
            <pc:sldMk cId="0" sldId="274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5:36.012" v="420" actId="103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5:33.038" v="745" actId="207"/>
          <ac:spMkLst>
            <pc:docMk/>
            <pc:sldMk cId="0" sldId="274"/>
            <ac:spMk id="2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5:29.394" v="744" actId="14100"/>
          <ac:spMkLst>
            <pc:docMk/>
            <pc:sldMk cId="0" sldId="274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6:01.029" v="423" actId="208"/>
          <ac:spMkLst>
            <pc:docMk/>
            <pc:sldMk cId="0" sldId="274"/>
            <ac:spMk id="2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6:01.029" v="423" actId="208"/>
          <ac:spMkLst>
            <pc:docMk/>
            <pc:sldMk cId="0" sldId="274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6:01.029" v="423" actId="208"/>
          <ac:spMkLst>
            <pc:docMk/>
            <pc:sldMk cId="0" sldId="274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00.257" v="448" actId="1035"/>
          <ac:spMkLst>
            <pc:docMk/>
            <pc:sldMk cId="0" sldId="274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18.428" v="450" actId="14100"/>
          <ac:spMkLst>
            <pc:docMk/>
            <pc:sldMk cId="0" sldId="274"/>
            <ac:spMk id="2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14.715" v="449" actId="1076"/>
          <ac:spMkLst>
            <pc:docMk/>
            <pc:sldMk cId="0" sldId="274"/>
            <ac:spMk id="2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6:44.590" v="434" actId="1076"/>
          <ac:spMkLst>
            <pc:docMk/>
            <pc:sldMk cId="0" sldId="274"/>
            <ac:spMk id="30" creationId="{00000000-0000-0000-0000-000000000000}"/>
          </ac:spMkLst>
        </pc:spChg>
        <pc:picChg chg="mod">
          <ac:chgData name="NHEK SROS" userId="8cedbad3-deec-40fb-8571-6ca7f038b51b" providerId="ADAL" clId="{2B96A9BE-95F9-4E01-93AE-2FD10B1E2391}" dt="2026-05-28T03:35:45.469" v="422"/>
          <ac:picMkLst>
            <pc:docMk/>
            <pc:sldMk cId="0" sldId="274"/>
            <ac:picMk id="12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3:37:34.221" v="452" actId="208"/>
        <pc:sldMkLst>
          <pc:docMk/>
          <pc:sldMk cId="0" sldId="275"/>
        </pc:sldMkLst>
        <pc:spChg chg="mod">
          <ac:chgData name="NHEK SROS" userId="8cedbad3-deec-40fb-8571-6ca7f038b51b" providerId="ADAL" clId="{2B96A9BE-95F9-4E01-93AE-2FD10B1E2391}" dt="2026-05-28T03:37:34.221" v="452" actId="208"/>
          <ac:spMkLst>
            <pc:docMk/>
            <pc:sldMk cId="0" sldId="275"/>
            <ac:spMk id="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34.221" v="452" actId="208"/>
          <ac:spMkLst>
            <pc:docMk/>
            <pc:sldMk cId="0" sldId="275"/>
            <ac:spMk id="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34.221" v="452" actId="208"/>
          <ac:spMkLst>
            <pc:docMk/>
            <pc:sldMk cId="0" sldId="275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34.221" v="452" actId="208"/>
          <ac:spMkLst>
            <pc:docMk/>
            <pc:sldMk cId="0" sldId="275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34.221" v="452" actId="208"/>
          <ac:spMkLst>
            <pc:docMk/>
            <pc:sldMk cId="0" sldId="275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24.185" v="451" actId="208"/>
          <ac:spMkLst>
            <pc:docMk/>
            <pc:sldMk cId="0" sldId="275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24.185" v="451" actId="208"/>
          <ac:spMkLst>
            <pc:docMk/>
            <pc:sldMk cId="0" sldId="275"/>
            <ac:spMk id="1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24.185" v="451" actId="208"/>
          <ac:spMkLst>
            <pc:docMk/>
            <pc:sldMk cId="0" sldId="275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24.185" v="451" actId="208"/>
          <ac:spMkLst>
            <pc:docMk/>
            <pc:sldMk cId="0" sldId="275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7:24.185" v="451" actId="208"/>
          <ac:spMkLst>
            <pc:docMk/>
            <pc:sldMk cId="0" sldId="275"/>
            <ac:spMk id="25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5-28T03:39:11.779" v="484" actId="1076"/>
        <pc:sldMkLst>
          <pc:docMk/>
          <pc:sldMk cId="0" sldId="276"/>
        </pc:sldMkLst>
        <pc:spChg chg="mod">
          <ac:chgData name="NHEK SROS" userId="8cedbad3-deec-40fb-8571-6ca7f038b51b" providerId="ADAL" clId="{2B96A9BE-95F9-4E01-93AE-2FD10B1E2391}" dt="2026-05-28T03:38:31.290" v="462" actId="14100"/>
          <ac:spMkLst>
            <pc:docMk/>
            <pc:sldMk cId="0" sldId="276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8:16.544" v="453" actId="208"/>
          <ac:spMkLst>
            <pc:docMk/>
            <pc:sldMk cId="0" sldId="276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8:16.544" v="453" actId="208"/>
          <ac:spMkLst>
            <pc:docMk/>
            <pc:sldMk cId="0" sldId="276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8:16.544" v="453" actId="208"/>
          <ac:spMkLst>
            <pc:docMk/>
            <pc:sldMk cId="0" sldId="276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9:11.779" v="484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8:52.757" v="482" actId="14100"/>
          <ac:spMkLst>
            <pc:docMk/>
            <pc:sldMk cId="0" sldId="276"/>
            <ac:spMk id="1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8:41.474" v="465" actId="1076"/>
          <ac:spMkLst>
            <pc:docMk/>
            <pc:sldMk cId="0" sldId="276"/>
            <ac:spMk id="12" creationId="{00000000-0000-0000-0000-000000000000}"/>
          </ac:spMkLst>
        </pc:spChg>
        <pc:graphicFrameChg chg="mod modGraphic">
          <ac:chgData name="NHEK SROS" userId="8cedbad3-deec-40fb-8571-6ca7f038b51b" providerId="ADAL" clId="{2B96A9BE-95F9-4E01-93AE-2FD10B1E2391}" dt="2026-05-28T03:38:46.330" v="481" actId="1035"/>
          <ac:graphicFrameMkLst>
            <pc:docMk/>
            <pc:sldMk cId="0" sldId="276"/>
            <ac:graphicFrameMk id="22" creationId="{00000000-0000-0000-0000-000000000000}"/>
          </ac:graphicFrameMkLst>
        </pc:graphicFrameChg>
      </pc:sldChg>
      <pc:sldChg chg="modSp">
        <pc:chgData name="NHEK SROS" userId="8cedbad3-deec-40fb-8571-6ca7f038b51b" providerId="ADAL" clId="{2B96A9BE-95F9-4E01-93AE-2FD10B1E2391}" dt="2026-05-28T03:39:26.728" v="485"/>
        <pc:sldMkLst>
          <pc:docMk/>
          <pc:sldMk cId="0" sldId="277"/>
        </pc:sldMkLst>
        <pc:picChg chg="mod">
          <ac:chgData name="NHEK SROS" userId="8cedbad3-deec-40fb-8571-6ca7f038b51b" providerId="ADAL" clId="{2B96A9BE-95F9-4E01-93AE-2FD10B1E2391}" dt="2026-05-28T03:39:26.728" v="485"/>
          <ac:picMkLst>
            <pc:docMk/>
            <pc:sldMk cId="0" sldId="277"/>
            <ac:picMk id="3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3:39:45.478" v="488" actId="14734"/>
        <pc:sldMkLst>
          <pc:docMk/>
          <pc:sldMk cId="0" sldId="278"/>
        </pc:sldMkLst>
        <pc:spChg chg="mod">
          <ac:chgData name="NHEK SROS" userId="8cedbad3-deec-40fb-8571-6ca7f038b51b" providerId="ADAL" clId="{2B96A9BE-95F9-4E01-93AE-2FD10B1E2391}" dt="2026-05-28T03:39:35.310" v="486" actId="208"/>
          <ac:spMkLst>
            <pc:docMk/>
            <pc:sldMk cId="0" sldId="278"/>
            <ac:spMk id="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9:35.310" v="486" actId="208"/>
          <ac:spMkLst>
            <pc:docMk/>
            <pc:sldMk cId="0" sldId="278"/>
            <ac:spMk id="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9:35.310" v="486" actId="208"/>
          <ac:spMkLst>
            <pc:docMk/>
            <pc:sldMk cId="0" sldId="278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9:35.310" v="486" actId="208"/>
          <ac:spMkLst>
            <pc:docMk/>
            <pc:sldMk cId="0" sldId="278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39:35.310" v="486" actId="208"/>
          <ac:spMkLst>
            <pc:docMk/>
            <pc:sldMk cId="0" sldId="278"/>
            <ac:spMk id="9" creationId="{00000000-0000-0000-0000-000000000000}"/>
          </ac:spMkLst>
        </pc:spChg>
        <pc:graphicFrameChg chg="modGraphic">
          <ac:chgData name="NHEK SROS" userId="8cedbad3-deec-40fb-8571-6ca7f038b51b" providerId="ADAL" clId="{2B96A9BE-95F9-4E01-93AE-2FD10B1E2391}" dt="2026-05-28T03:39:45.478" v="488" actId="14734"/>
          <ac:graphicFrameMkLst>
            <pc:docMk/>
            <pc:sldMk cId="0" sldId="278"/>
            <ac:graphicFrameMk id="24" creationId="{00000000-0000-0000-0000-000000000000}"/>
          </ac:graphicFrameMkLst>
        </pc:graphicFrameChg>
      </pc:sldChg>
      <pc:sldChg chg="modSp mod">
        <pc:chgData name="NHEK SROS" userId="8cedbad3-deec-40fb-8571-6ca7f038b51b" providerId="ADAL" clId="{2B96A9BE-95F9-4E01-93AE-2FD10B1E2391}" dt="2026-05-28T03:40:02.653" v="489" actId="208"/>
        <pc:sldMkLst>
          <pc:docMk/>
          <pc:sldMk cId="0" sldId="279"/>
        </pc:sldMkLst>
        <pc:spChg chg="mod">
          <ac:chgData name="NHEK SROS" userId="8cedbad3-deec-40fb-8571-6ca7f038b51b" providerId="ADAL" clId="{2B96A9BE-95F9-4E01-93AE-2FD10B1E2391}" dt="2026-05-28T03:40:02.653" v="489" actId="208"/>
          <ac:spMkLst>
            <pc:docMk/>
            <pc:sldMk cId="0" sldId="279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0:02.653" v="489" actId="208"/>
          <ac:spMkLst>
            <pc:docMk/>
            <pc:sldMk cId="0" sldId="279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0:02.653" v="489" actId="208"/>
          <ac:spMkLst>
            <pc:docMk/>
            <pc:sldMk cId="0" sldId="279"/>
            <ac:spMk id="9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5-28T03:40:47.242" v="491" actId="208"/>
        <pc:sldMkLst>
          <pc:docMk/>
          <pc:sldMk cId="0" sldId="281"/>
        </pc:sldMkLst>
        <pc:spChg chg="mod">
          <ac:chgData name="NHEK SROS" userId="8cedbad3-deec-40fb-8571-6ca7f038b51b" providerId="ADAL" clId="{2B96A9BE-95F9-4E01-93AE-2FD10B1E2391}" dt="2026-05-28T03:40:47.242" v="491" actId="208"/>
          <ac:spMkLst>
            <pc:docMk/>
            <pc:sldMk cId="0" sldId="281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0:47.242" v="491" actId="208"/>
          <ac:spMkLst>
            <pc:docMk/>
            <pc:sldMk cId="0" sldId="281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0:47.242" v="491" actId="208"/>
          <ac:spMkLst>
            <pc:docMk/>
            <pc:sldMk cId="0" sldId="281"/>
            <ac:spMk id="9" creationId="{00000000-0000-0000-0000-000000000000}"/>
          </ac:spMkLst>
        </pc:spChg>
        <pc:picChg chg="mod">
          <ac:chgData name="NHEK SROS" userId="8cedbad3-deec-40fb-8571-6ca7f038b51b" providerId="ADAL" clId="{2B96A9BE-95F9-4E01-93AE-2FD10B1E2391}" dt="2026-05-28T03:40:40.650" v="490"/>
          <ac:picMkLst>
            <pc:docMk/>
            <pc:sldMk cId="0" sldId="281"/>
            <ac:picMk id="17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6:55:58.319" v="747"/>
        <pc:sldMkLst>
          <pc:docMk/>
          <pc:sldMk cId="0" sldId="282"/>
        </pc:sldMkLst>
        <pc:spChg chg="mod">
          <ac:chgData name="NHEK SROS" userId="8cedbad3-deec-40fb-8571-6ca7f038b51b" providerId="ADAL" clId="{2B96A9BE-95F9-4E01-93AE-2FD10B1E2391}" dt="2026-05-28T06:55:54.085" v="746" actId="207"/>
          <ac:spMkLst>
            <pc:docMk/>
            <pc:sldMk cId="0" sldId="282"/>
            <ac:spMk id="2" creationId="{00000000-0000-0000-0000-000000000000}"/>
          </ac:spMkLst>
        </pc:spChg>
        <pc:picChg chg="mod">
          <ac:chgData name="NHEK SROS" userId="8cedbad3-deec-40fb-8571-6ca7f038b51b" providerId="ADAL" clId="{2B96A9BE-95F9-4E01-93AE-2FD10B1E2391}" dt="2026-05-28T06:55:58.319" v="747"/>
          <ac:picMkLst>
            <pc:docMk/>
            <pc:sldMk cId="0" sldId="282"/>
            <ac:picMk id="3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6:56:08.888" v="752" actId="207"/>
        <pc:sldMkLst>
          <pc:docMk/>
          <pc:sldMk cId="0" sldId="283"/>
        </pc:sldMkLst>
        <pc:spChg chg="mod">
          <ac:chgData name="NHEK SROS" userId="8cedbad3-deec-40fb-8571-6ca7f038b51b" providerId="ADAL" clId="{2B96A9BE-95F9-4E01-93AE-2FD10B1E2391}" dt="2026-05-28T06:56:04.314" v="749" actId="207"/>
          <ac:spMkLst>
            <pc:docMk/>
            <pc:sldMk cId="0" sldId="283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1:28.650" v="495" actId="207"/>
          <ac:spMkLst>
            <pc:docMk/>
            <pc:sldMk cId="0" sldId="283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6:05.843" v="750" actId="207"/>
          <ac:spMkLst>
            <pc:docMk/>
            <pc:sldMk cId="0" sldId="283"/>
            <ac:spMk id="1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1:33.238" v="496" actId="207"/>
          <ac:spMkLst>
            <pc:docMk/>
            <pc:sldMk cId="0" sldId="283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6:07.292" v="751" actId="207"/>
          <ac:spMkLst>
            <pc:docMk/>
            <pc:sldMk cId="0" sldId="283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1:38.080" v="497" actId="207"/>
          <ac:spMkLst>
            <pc:docMk/>
            <pc:sldMk cId="0" sldId="283"/>
            <ac:spMk id="2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6:02.484" v="748" actId="207"/>
          <ac:spMkLst>
            <pc:docMk/>
            <pc:sldMk cId="0" sldId="283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1:42.377" v="498" actId="207"/>
          <ac:spMkLst>
            <pc:docMk/>
            <pc:sldMk cId="0" sldId="283"/>
            <ac:spMk id="2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1:46.275" v="499" actId="207"/>
          <ac:spMkLst>
            <pc:docMk/>
            <pc:sldMk cId="0" sldId="283"/>
            <ac:spMk id="3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6:08.888" v="752" actId="207"/>
          <ac:spMkLst>
            <pc:docMk/>
            <pc:sldMk cId="0" sldId="283"/>
            <ac:spMk id="3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1:49.374" v="500" actId="207"/>
          <ac:spMkLst>
            <pc:docMk/>
            <pc:sldMk cId="0" sldId="283"/>
            <ac:spMk id="39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5-28T03:42:05.473" v="501" actId="208"/>
        <pc:sldMkLst>
          <pc:docMk/>
          <pc:sldMk cId="0" sldId="284"/>
        </pc:sldMkLst>
        <pc:spChg chg="mod">
          <ac:chgData name="NHEK SROS" userId="8cedbad3-deec-40fb-8571-6ca7f038b51b" providerId="ADAL" clId="{2B96A9BE-95F9-4E01-93AE-2FD10B1E2391}" dt="2026-05-28T03:42:05.473" v="501" actId="208"/>
          <ac:spMkLst>
            <pc:docMk/>
            <pc:sldMk cId="0" sldId="284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05.473" v="501" actId="208"/>
          <ac:spMkLst>
            <pc:docMk/>
            <pc:sldMk cId="0" sldId="284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05.473" v="501" actId="208"/>
          <ac:spMkLst>
            <pc:docMk/>
            <pc:sldMk cId="0" sldId="284"/>
            <ac:spMk id="9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5-28T03:42:41.273" v="532" actId="1035"/>
        <pc:sldMkLst>
          <pc:docMk/>
          <pc:sldMk cId="0" sldId="285"/>
        </pc:sldMkLst>
        <pc:spChg chg="mod">
          <ac:chgData name="NHEK SROS" userId="8cedbad3-deec-40fb-8571-6ca7f038b51b" providerId="ADAL" clId="{2B96A9BE-95F9-4E01-93AE-2FD10B1E2391}" dt="2026-05-28T03:42:18.920" v="518" actId="1035"/>
          <ac:spMkLst>
            <pc:docMk/>
            <pc:sldMk cId="0" sldId="285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18.920" v="518" actId="1035"/>
          <ac:spMkLst>
            <pc:docMk/>
            <pc:sldMk cId="0" sldId="285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18.920" v="518" actId="1035"/>
          <ac:spMkLst>
            <pc:docMk/>
            <pc:sldMk cId="0" sldId="285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18.920" v="518" actId="1035"/>
          <ac:spMkLst>
            <pc:docMk/>
            <pc:sldMk cId="0" sldId="285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18.920" v="518" actId="1035"/>
          <ac:spMkLst>
            <pc:docMk/>
            <pc:sldMk cId="0" sldId="285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18.920" v="518" actId="1035"/>
          <ac:spMkLst>
            <pc:docMk/>
            <pc:sldMk cId="0" sldId="285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18.920" v="518" actId="1035"/>
          <ac:spMkLst>
            <pc:docMk/>
            <pc:sldMk cId="0" sldId="285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18.920" v="518" actId="1035"/>
          <ac:spMkLst>
            <pc:docMk/>
            <pc:sldMk cId="0" sldId="285"/>
            <ac:spMk id="2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18.920" v="518" actId="1035"/>
          <ac:spMkLst>
            <pc:docMk/>
            <pc:sldMk cId="0" sldId="285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18.920" v="518" actId="1035"/>
          <ac:spMkLst>
            <pc:docMk/>
            <pc:sldMk cId="0" sldId="285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41.273" v="532" actId="1035"/>
          <ac:spMkLst>
            <pc:docMk/>
            <pc:sldMk cId="0" sldId="285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41.273" v="532" actId="1035"/>
          <ac:spMkLst>
            <pc:docMk/>
            <pc:sldMk cId="0" sldId="285"/>
            <ac:spMk id="28" creationId="{00000000-0000-0000-0000-000000000000}"/>
          </ac:spMkLst>
        </pc:spChg>
        <pc:picChg chg="mod">
          <ac:chgData name="NHEK SROS" userId="8cedbad3-deec-40fb-8571-6ca7f038b51b" providerId="ADAL" clId="{2B96A9BE-95F9-4E01-93AE-2FD10B1E2391}" dt="2026-05-28T03:42:41.273" v="532" actId="1035"/>
          <ac:picMkLst>
            <pc:docMk/>
            <pc:sldMk cId="0" sldId="285"/>
            <ac:picMk id="27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3:42:51.113" v="533" actId="208"/>
        <pc:sldMkLst>
          <pc:docMk/>
          <pc:sldMk cId="0" sldId="286"/>
        </pc:sldMkLst>
        <pc:spChg chg="mod">
          <ac:chgData name="NHEK SROS" userId="8cedbad3-deec-40fb-8571-6ca7f038b51b" providerId="ADAL" clId="{2B96A9BE-95F9-4E01-93AE-2FD10B1E2391}" dt="2026-05-28T03:42:51.113" v="533" actId="208"/>
          <ac:spMkLst>
            <pc:docMk/>
            <pc:sldMk cId="0" sldId="286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51.113" v="533" actId="208"/>
          <ac:spMkLst>
            <pc:docMk/>
            <pc:sldMk cId="0" sldId="286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2:51.113" v="533" actId="208"/>
          <ac:spMkLst>
            <pc:docMk/>
            <pc:sldMk cId="0" sldId="286"/>
            <ac:spMk id="9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5-28T06:56:17.102" v="753" actId="207"/>
        <pc:sldMkLst>
          <pc:docMk/>
          <pc:sldMk cId="0" sldId="287"/>
        </pc:sldMkLst>
        <pc:spChg chg="mod">
          <ac:chgData name="NHEK SROS" userId="8cedbad3-deec-40fb-8571-6ca7f038b51b" providerId="ADAL" clId="{2B96A9BE-95F9-4E01-93AE-2FD10B1E2391}" dt="2026-05-28T06:56:17.102" v="753" actId="207"/>
          <ac:spMkLst>
            <pc:docMk/>
            <pc:sldMk cId="0" sldId="287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3:11.720" v="536" actId="1076"/>
          <ac:spMkLst>
            <pc:docMk/>
            <pc:sldMk cId="0" sldId="287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3:13.835" v="537" actId="1076"/>
          <ac:spMkLst>
            <pc:docMk/>
            <pc:sldMk cId="0" sldId="287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3:22.416" v="539" actId="14100"/>
          <ac:spMkLst>
            <pc:docMk/>
            <pc:sldMk cId="0" sldId="287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3:08.916" v="534" actId="1076"/>
          <ac:spMkLst>
            <pc:docMk/>
            <pc:sldMk cId="0" sldId="287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3:27.032" v="540" actId="1076"/>
          <ac:spMkLst>
            <pc:docMk/>
            <pc:sldMk cId="0" sldId="287"/>
            <ac:spMk id="2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3:27.032" v="540" actId="1076"/>
          <ac:spMkLst>
            <pc:docMk/>
            <pc:sldMk cId="0" sldId="287"/>
            <ac:spMk id="29" creationId="{00000000-0000-0000-0000-000000000000}"/>
          </ac:spMkLst>
        </pc:spChg>
      </pc:sldChg>
      <pc:sldChg chg="modSp">
        <pc:chgData name="NHEK SROS" userId="8cedbad3-deec-40fb-8571-6ca7f038b51b" providerId="ADAL" clId="{2B96A9BE-95F9-4E01-93AE-2FD10B1E2391}" dt="2026-05-28T03:43:32.387" v="541"/>
        <pc:sldMkLst>
          <pc:docMk/>
          <pc:sldMk cId="0" sldId="288"/>
        </pc:sldMkLst>
        <pc:picChg chg="mod">
          <ac:chgData name="NHEK SROS" userId="8cedbad3-deec-40fb-8571-6ca7f038b51b" providerId="ADAL" clId="{2B96A9BE-95F9-4E01-93AE-2FD10B1E2391}" dt="2026-05-28T03:43:32.387" v="541"/>
          <ac:picMkLst>
            <pc:docMk/>
            <pc:sldMk cId="0" sldId="288"/>
            <ac:picMk id="3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3:43:47.650" v="542" actId="207"/>
        <pc:sldMkLst>
          <pc:docMk/>
          <pc:sldMk cId="0" sldId="289"/>
        </pc:sldMkLst>
        <pc:spChg chg="mod">
          <ac:chgData name="NHEK SROS" userId="8cedbad3-deec-40fb-8571-6ca7f038b51b" providerId="ADAL" clId="{2B96A9BE-95F9-4E01-93AE-2FD10B1E2391}" dt="2026-05-28T03:43:47.650" v="542" actId="207"/>
          <ac:spMkLst>
            <pc:docMk/>
            <pc:sldMk cId="0" sldId="289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3:47.650" v="542" actId="207"/>
          <ac:spMkLst>
            <pc:docMk/>
            <pc:sldMk cId="0" sldId="289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3:47.650" v="542" actId="207"/>
          <ac:spMkLst>
            <pc:docMk/>
            <pc:sldMk cId="0" sldId="289"/>
            <ac:spMk id="2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3:47.650" v="542" actId="207"/>
          <ac:spMkLst>
            <pc:docMk/>
            <pc:sldMk cId="0" sldId="289"/>
            <ac:spMk id="2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3:47.650" v="542" actId="207"/>
          <ac:spMkLst>
            <pc:docMk/>
            <pc:sldMk cId="0" sldId="289"/>
            <ac:spMk id="33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5-28T06:56:43.368" v="759" actId="207"/>
        <pc:sldMkLst>
          <pc:docMk/>
          <pc:sldMk cId="0" sldId="291"/>
        </pc:sldMkLst>
        <pc:spChg chg="mod">
          <ac:chgData name="NHEK SROS" userId="8cedbad3-deec-40fb-8571-6ca7f038b51b" providerId="ADAL" clId="{2B96A9BE-95F9-4E01-93AE-2FD10B1E2391}" dt="2026-05-28T06:56:31.900" v="754" actId="207"/>
          <ac:spMkLst>
            <pc:docMk/>
            <pc:sldMk cId="0" sldId="291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4:28.493" v="544" actId="208"/>
          <ac:spMkLst>
            <pc:docMk/>
            <pc:sldMk cId="0" sldId="291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6:36.746" v="755" actId="207"/>
          <ac:spMkLst>
            <pc:docMk/>
            <pc:sldMk cId="0" sldId="291"/>
            <ac:spMk id="1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4:28.493" v="544" actId="208"/>
          <ac:spMkLst>
            <pc:docMk/>
            <pc:sldMk cId="0" sldId="291"/>
            <ac:spMk id="1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6:38.478" v="756" actId="207"/>
          <ac:spMkLst>
            <pc:docMk/>
            <pc:sldMk cId="0" sldId="291"/>
            <ac:spMk id="1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4:28.493" v="544" actId="208"/>
          <ac:spMkLst>
            <pc:docMk/>
            <pc:sldMk cId="0" sldId="291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6:40.097" v="757" actId="207"/>
          <ac:spMkLst>
            <pc:docMk/>
            <pc:sldMk cId="0" sldId="291"/>
            <ac:spMk id="2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6:41.474" v="758" actId="207"/>
          <ac:spMkLst>
            <pc:docMk/>
            <pc:sldMk cId="0" sldId="291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6:56:43.368" v="759" actId="207"/>
          <ac:spMkLst>
            <pc:docMk/>
            <pc:sldMk cId="0" sldId="291"/>
            <ac:spMk id="31" creationId="{00000000-0000-0000-0000-000000000000}"/>
          </ac:spMkLst>
        </pc:spChg>
        <pc:picChg chg="mod">
          <ac:chgData name="NHEK SROS" userId="8cedbad3-deec-40fb-8571-6ca7f038b51b" providerId="ADAL" clId="{2B96A9BE-95F9-4E01-93AE-2FD10B1E2391}" dt="2026-05-28T03:44:28.493" v="544" actId="208"/>
          <ac:picMkLst>
            <pc:docMk/>
            <pc:sldMk cId="0" sldId="291"/>
            <ac:picMk id="8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5-28T03:44:28.493" v="544" actId="208"/>
          <ac:picMkLst>
            <pc:docMk/>
            <pc:sldMk cId="0" sldId="291"/>
            <ac:picMk id="13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5-28T03:44:28.493" v="544" actId="208"/>
          <ac:picMkLst>
            <pc:docMk/>
            <pc:sldMk cId="0" sldId="291"/>
            <ac:picMk id="18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5-28T03:44:42.836" v="546" actId="207"/>
          <ac:picMkLst>
            <pc:docMk/>
            <pc:sldMk cId="0" sldId="291"/>
            <ac:picMk id="23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5-28T03:44:42.836" v="546" actId="207"/>
          <ac:picMkLst>
            <pc:docMk/>
            <pc:sldMk cId="0" sldId="291"/>
            <ac:picMk id="28" creationId="{00000000-0000-0000-0000-000000000000}"/>
          </ac:picMkLst>
        </pc:picChg>
        <pc:picChg chg="mod">
          <ac:chgData name="NHEK SROS" userId="8cedbad3-deec-40fb-8571-6ca7f038b51b" providerId="ADAL" clId="{2B96A9BE-95F9-4E01-93AE-2FD10B1E2391}" dt="2026-05-28T03:44:42.836" v="546" actId="207"/>
          <ac:picMkLst>
            <pc:docMk/>
            <pc:sldMk cId="0" sldId="291"/>
            <ac:picMk id="33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6:56:46.990" v="760" actId="207"/>
        <pc:sldMkLst>
          <pc:docMk/>
          <pc:sldMk cId="0" sldId="292"/>
        </pc:sldMkLst>
        <pc:spChg chg="mod">
          <ac:chgData name="NHEK SROS" userId="8cedbad3-deec-40fb-8571-6ca7f038b51b" providerId="ADAL" clId="{2B96A9BE-95F9-4E01-93AE-2FD10B1E2391}" dt="2026-05-28T06:56:46.990" v="760" actId="207"/>
          <ac:spMkLst>
            <pc:docMk/>
            <pc:sldMk cId="0" sldId="292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10.239" v="548" actId="14100"/>
          <ac:spMkLst>
            <pc:docMk/>
            <pc:sldMk cId="0" sldId="292"/>
            <ac:spMk id="3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18.597" v="549" actId="207"/>
          <ac:spMkLst>
            <pc:docMk/>
            <pc:sldMk cId="0" sldId="292"/>
            <ac:spMk id="3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18.597" v="549" actId="207"/>
          <ac:spMkLst>
            <pc:docMk/>
            <pc:sldMk cId="0" sldId="292"/>
            <ac:spMk id="4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18.597" v="549" actId="207"/>
          <ac:spMkLst>
            <pc:docMk/>
            <pc:sldMk cId="0" sldId="292"/>
            <ac:spMk id="4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05.798" v="547" actId="1076"/>
          <ac:spMkLst>
            <pc:docMk/>
            <pc:sldMk cId="0" sldId="292"/>
            <ac:spMk id="4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05.798" v="547" actId="1076"/>
          <ac:spMkLst>
            <pc:docMk/>
            <pc:sldMk cId="0" sldId="292"/>
            <ac:spMk id="50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5-28T03:45:42.203" v="559" actId="208"/>
        <pc:sldMkLst>
          <pc:docMk/>
          <pc:sldMk cId="0" sldId="293"/>
        </pc:sldMkLst>
        <pc:spChg chg="mod">
          <ac:chgData name="NHEK SROS" userId="8cedbad3-deec-40fb-8571-6ca7f038b51b" providerId="ADAL" clId="{2B96A9BE-95F9-4E01-93AE-2FD10B1E2391}" dt="2026-05-28T03:45:33.616" v="557" actId="208"/>
          <ac:spMkLst>
            <pc:docMk/>
            <pc:sldMk cId="0" sldId="293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33.616" v="557" actId="208"/>
          <ac:spMkLst>
            <pc:docMk/>
            <pc:sldMk cId="0" sldId="293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33.616" v="557" actId="208"/>
          <ac:spMkLst>
            <pc:docMk/>
            <pc:sldMk cId="0" sldId="293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28.443" v="556" actId="1035"/>
          <ac:spMkLst>
            <pc:docMk/>
            <pc:sldMk cId="0" sldId="293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42.203" v="559" actId="208"/>
          <ac:spMkLst>
            <pc:docMk/>
            <pc:sldMk cId="0" sldId="293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42.203" v="559" actId="208"/>
          <ac:spMkLst>
            <pc:docMk/>
            <pc:sldMk cId="0" sldId="293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42.203" v="559" actId="208"/>
          <ac:spMkLst>
            <pc:docMk/>
            <pc:sldMk cId="0" sldId="293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42.203" v="559" actId="208"/>
          <ac:spMkLst>
            <pc:docMk/>
            <pc:sldMk cId="0" sldId="293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42.203" v="559" actId="208"/>
          <ac:spMkLst>
            <pc:docMk/>
            <pc:sldMk cId="0" sldId="293"/>
            <ac:spMk id="21" creationId="{00000000-0000-0000-0000-000000000000}"/>
          </ac:spMkLst>
        </pc:spChg>
        <pc:picChg chg="mod">
          <ac:chgData name="NHEK SROS" userId="8cedbad3-deec-40fb-8571-6ca7f038b51b" providerId="ADAL" clId="{2B96A9BE-95F9-4E01-93AE-2FD10B1E2391}" dt="2026-05-28T03:45:37.605" v="558"/>
          <ac:picMkLst>
            <pc:docMk/>
            <pc:sldMk cId="0" sldId="293"/>
            <ac:picMk id="24" creationId="{00000000-0000-0000-0000-000000000000}"/>
          </ac:picMkLst>
        </pc:picChg>
      </pc:sldChg>
      <pc:sldChg chg="modSp mod">
        <pc:chgData name="NHEK SROS" userId="8cedbad3-deec-40fb-8571-6ca7f038b51b" providerId="ADAL" clId="{2B96A9BE-95F9-4E01-93AE-2FD10B1E2391}" dt="2026-05-28T03:47:00.121" v="609" actId="14100"/>
        <pc:sldMkLst>
          <pc:docMk/>
          <pc:sldMk cId="0" sldId="294"/>
        </pc:sldMkLst>
        <pc:spChg chg="mod">
          <ac:chgData name="NHEK SROS" userId="8cedbad3-deec-40fb-8571-6ca7f038b51b" providerId="ADAL" clId="{2B96A9BE-95F9-4E01-93AE-2FD10B1E2391}" dt="2026-05-28T03:45:59.610" v="561" actId="14100"/>
          <ac:spMkLst>
            <pc:docMk/>
            <pc:sldMk cId="0" sldId="294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13.096" v="574" actId="1038"/>
          <ac:spMkLst>
            <pc:docMk/>
            <pc:sldMk cId="0" sldId="294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5:53.234" v="560" actId="1076"/>
          <ac:spMkLst>
            <pc:docMk/>
            <pc:sldMk cId="0" sldId="294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36.323" v="587" actId="1035"/>
          <ac:spMkLst>
            <pc:docMk/>
            <pc:sldMk cId="0" sldId="294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36.323" v="587" actId="1035"/>
          <ac:spMkLst>
            <pc:docMk/>
            <pc:sldMk cId="0" sldId="294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36.323" v="587" actId="1035"/>
          <ac:spMkLst>
            <pc:docMk/>
            <pc:sldMk cId="0" sldId="294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36.323" v="587" actId="1035"/>
          <ac:spMkLst>
            <pc:docMk/>
            <pc:sldMk cId="0" sldId="294"/>
            <ac:spMk id="2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36.323" v="587" actId="1035"/>
          <ac:spMkLst>
            <pc:docMk/>
            <pc:sldMk cId="0" sldId="294"/>
            <ac:spMk id="2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36.323" v="587" actId="1035"/>
          <ac:spMkLst>
            <pc:docMk/>
            <pc:sldMk cId="0" sldId="294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36.323" v="587" actId="1035"/>
          <ac:spMkLst>
            <pc:docMk/>
            <pc:sldMk cId="0" sldId="294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36.323" v="587" actId="1035"/>
          <ac:spMkLst>
            <pc:docMk/>
            <pc:sldMk cId="0" sldId="294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36.323" v="587" actId="1035"/>
          <ac:spMkLst>
            <pc:docMk/>
            <pc:sldMk cId="0" sldId="294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36.323" v="587" actId="1035"/>
          <ac:spMkLst>
            <pc:docMk/>
            <pc:sldMk cId="0" sldId="294"/>
            <ac:spMk id="2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7:00.121" v="609" actId="14100"/>
          <ac:spMkLst>
            <pc:docMk/>
            <pc:sldMk cId="0" sldId="294"/>
            <ac:spMk id="2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6:51.016" v="607" actId="14100"/>
          <ac:spMkLst>
            <pc:docMk/>
            <pc:sldMk cId="0" sldId="294"/>
            <ac:spMk id="33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5-28T03:48:23.696" v="623" actId="208"/>
        <pc:sldMkLst>
          <pc:docMk/>
          <pc:sldMk cId="0" sldId="296"/>
        </pc:sldMkLst>
        <pc:spChg chg="mod">
          <ac:chgData name="NHEK SROS" userId="8cedbad3-deec-40fb-8571-6ca7f038b51b" providerId="ADAL" clId="{2B96A9BE-95F9-4E01-93AE-2FD10B1E2391}" dt="2026-05-28T03:47:35.128" v="612" actId="14100"/>
          <ac:spMkLst>
            <pc:docMk/>
            <pc:sldMk cId="0" sldId="296"/>
            <ac:spMk id="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16.759" v="620" actId="208"/>
          <ac:spMkLst>
            <pc:docMk/>
            <pc:sldMk cId="0" sldId="296"/>
            <ac:spMk id="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16.759" v="620" actId="208"/>
          <ac:spMkLst>
            <pc:docMk/>
            <pc:sldMk cId="0" sldId="296"/>
            <ac:spMk id="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16.759" v="620" actId="208"/>
          <ac:spMkLst>
            <pc:docMk/>
            <pc:sldMk cId="0" sldId="296"/>
            <ac:spMk id="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7:43.753" v="614" actId="1076"/>
          <ac:spMkLst>
            <pc:docMk/>
            <pc:sldMk cId="0" sldId="296"/>
            <ac:spMk id="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18.999" v="621" actId="208"/>
          <ac:spMkLst>
            <pc:docMk/>
            <pc:sldMk cId="0" sldId="296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18.999" v="621" actId="208"/>
          <ac:spMkLst>
            <pc:docMk/>
            <pc:sldMk cId="0" sldId="296"/>
            <ac:spMk id="1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18.999" v="621" actId="208"/>
          <ac:spMkLst>
            <pc:docMk/>
            <pc:sldMk cId="0" sldId="296"/>
            <ac:spMk id="1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7:43.753" v="614" actId="1076"/>
          <ac:spMkLst>
            <pc:docMk/>
            <pc:sldMk cId="0" sldId="296"/>
            <ac:spMk id="1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7:37.197" v="613" actId="14100"/>
          <ac:spMkLst>
            <pc:docMk/>
            <pc:sldMk cId="0" sldId="296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21.229" v="622" actId="208"/>
          <ac:spMkLst>
            <pc:docMk/>
            <pc:sldMk cId="0" sldId="296"/>
            <ac:spMk id="1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21.229" v="622" actId="208"/>
          <ac:spMkLst>
            <pc:docMk/>
            <pc:sldMk cId="0" sldId="296"/>
            <ac:spMk id="1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21.229" v="622" actId="208"/>
          <ac:spMkLst>
            <pc:docMk/>
            <pc:sldMk cId="0" sldId="296"/>
            <ac:spMk id="1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7:43.753" v="614" actId="1076"/>
          <ac:spMkLst>
            <pc:docMk/>
            <pc:sldMk cId="0" sldId="296"/>
            <ac:spMk id="19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23.696" v="623" actId="208"/>
          <ac:spMkLst>
            <pc:docMk/>
            <pc:sldMk cId="0" sldId="296"/>
            <ac:spMk id="2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23.696" v="623" actId="208"/>
          <ac:spMkLst>
            <pc:docMk/>
            <pc:sldMk cId="0" sldId="296"/>
            <ac:spMk id="21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23.696" v="623" actId="208"/>
          <ac:spMkLst>
            <pc:docMk/>
            <pc:sldMk cId="0" sldId="296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7:43.753" v="614" actId="1076"/>
          <ac:spMkLst>
            <pc:docMk/>
            <pc:sldMk cId="0" sldId="296"/>
            <ac:spMk id="23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7:57.898" v="617" actId="14100"/>
          <ac:spMkLst>
            <pc:docMk/>
            <pc:sldMk cId="0" sldId="296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7:50.832" v="615" actId="1076"/>
          <ac:spMkLst>
            <pc:docMk/>
            <pc:sldMk cId="0" sldId="296"/>
            <ac:spMk id="25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7:50.832" v="615" actId="1076"/>
          <ac:spMkLst>
            <pc:docMk/>
            <pc:sldMk cId="0" sldId="296"/>
            <ac:spMk id="2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7:50.832" v="615" actId="1076"/>
          <ac:spMkLst>
            <pc:docMk/>
            <pc:sldMk cId="0" sldId="296"/>
            <ac:spMk id="27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08.013" v="619" actId="14100"/>
          <ac:spMkLst>
            <pc:docMk/>
            <pc:sldMk cId="0" sldId="296"/>
            <ac:spMk id="28" creationId="{00000000-0000-0000-0000-000000000000}"/>
          </ac:spMkLst>
        </pc:spChg>
      </pc:sldChg>
      <pc:sldChg chg="modSp mod">
        <pc:chgData name="NHEK SROS" userId="8cedbad3-deec-40fb-8571-6ca7f038b51b" providerId="ADAL" clId="{2B96A9BE-95F9-4E01-93AE-2FD10B1E2391}" dt="2026-05-28T03:48:31.060" v="624" actId="208"/>
        <pc:sldMkLst>
          <pc:docMk/>
          <pc:sldMk cId="0" sldId="297"/>
        </pc:sldMkLst>
        <pc:spChg chg="mod">
          <ac:chgData name="NHEK SROS" userId="8cedbad3-deec-40fb-8571-6ca7f038b51b" providerId="ADAL" clId="{2B96A9BE-95F9-4E01-93AE-2FD10B1E2391}" dt="2026-05-28T03:48:31.060" v="624" actId="208"/>
          <ac:spMkLst>
            <pc:docMk/>
            <pc:sldMk cId="0" sldId="297"/>
            <ac:spMk id="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31.060" v="624" actId="208"/>
          <ac:spMkLst>
            <pc:docMk/>
            <pc:sldMk cId="0" sldId="297"/>
            <ac:spMk id="1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31.060" v="624" actId="208"/>
          <ac:spMkLst>
            <pc:docMk/>
            <pc:sldMk cId="0" sldId="297"/>
            <ac:spMk id="1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31.060" v="624" actId="208"/>
          <ac:spMkLst>
            <pc:docMk/>
            <pc:sldMk cId="0" sldId="297"/>
            <ac:spMk id="1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31.060" v="624" actId="208"/>
          <ac:spMkLst>
            <pc:docMk/>
            <pc:sldMk cId="0" sldId="297"/>
            <ac:spMk id="16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31.060" v="624" actId="208"/>
          <ac:spMkLst>
            <pc:docMk/>
            <pc:sldMk cId="0" sldId="297"/>
            <ac:spMk id="18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31.060" v="624" actId="208"/>
          <ac:spMkLst>
            <pc:docMk/>
            <pc:sldMk cId="0" sldId="297"/>
            <ac:spMk id="20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31.060" v="624" actId="208"/>
          <ac:spMkLst>
            <pc:docMk/>
            <pc:sldMk cId="0" sldId="297"/>
            <ac:spMk id="22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31.060" v="624" actId="208"/>
          <ac:spMkLst>
            <pc:docMk/>
            <pc:sldMk cId="0" sldId="297"/>
            <ac:spMk id="24" creationId="{00000000-0000-0000-0000-000000000000}"/>
          </ac:spMkLst>
        </pc:spChg>
        <pc:spChg chg="mod">
          <ac:chgData name="NHEK SROS" userId="8cedbad3-deec-40fb-8571-6ca7f038b51b" providerId="ADAL" clId="{2B96A9BE-95F9-4E01-93AE-2FD10B1E2391}" dt="2026-05-28T03:48:31.060" v="624" actId="208"/>
          <ac:spMkLst>
            <pc:docMk/>
            <pc:sldMk cId="0" sldId="297"/>
            <ac:spMk id="26" creationId="{00000000-0000-0000-0000-000000000000}"/>
          </ac:spMkLst>
        </pc:spChg>
      </pc:sldChg>
      <pc:sldChg chg="addSp delSp modSp mod">
        <pc:chgData name="NHEK SROS" userId="8cedbad3-deec-40fb-8571-6ca7f038b51b" providerId="ADAL" clId="{2B96A9BE-95F9-4E01-93AE-2FD10B1E2391}" dt="2026-05-28T03:50:18.309" v="641" actId="478"/>
        <pc:sldMkLst>
          <pc:docMk/>
          <pc:sldMk cId="0" sldId="298"/>
        </pc:sldMkLst>
        <pc:spChg chg="del">
          <ac:chgData name="NHEK SROS" userId="8cedbad3-deec-40fb-8571-6ca7f038b51b" providerId="ADAL" clId="{2B96A9BE-95F9-4E01-93AE-2FD10B1E2391}" dt="2026-05-28T03:50:18.309" v="641" actId="478"/>
          <ac:spMkLst>
            <pc:docMk/>
            <pc:sldMk cId="0" sldId="298"/>
            <ac:spMk id="9" creationId="{00000000-0000-0000-0000-000000000000}"/>
          </ac:spMkLst>
        </pc:spChg>
        <pc:spChg chg="add mod ord">
          <ac:chgData name="NHEK SROS" userId="8cedbad3-deec-40fb-8571-6ca7f038b51b" providerId="ADAL" clId="{2B96A9BE-95F9-4E01-93AE-2FD10B1E2391}" dt="2026-05-28T03:50:07.991" v="640" actId="207"/>
          <ac:spMkLst>
            <pc:docMk/>
            <pc:sldMk cId="0" sldId="298"/>
            <ac:spMk id="14" creationId="{5F145FB1-D758-FAE9-1823-94B07E9E0169}"/>
          </ac:spMkLst>
        </pc:spChg>
        <pc:grpChg chg="add mod">
          <ac:chgData name="NHEK SROS" userId="8cedbad3-deec-40fb-8571-6ca7f038b51b" providerId="ADAL" clId="{2B96A9BE-95F9-4E01-93AE-2FD10B1E2391}" dt="2026-05-28T03:49:37.380" v="635" actId="1076"/>
          <ac:grpSpMkLst>
            <pc:docMk/>
            <pc:sldMk cId="0" sldId="298"/>
            <ac:grpSpMk id="13" creationId="{3C0E3CB0-05E2-433D-BE21-805A2846A631}"/>
          </ac:grpSpMkLst>
        </pc:grpChg>
        <pc:picChg chg="del">
          <ac:chgData name="NHEK SROS" userId="8cedbad3-deec-40fb-8571-6ca7f038b51b" providerId="ADAL" clId="{2B96A9BE-95F9-4E01-93AE-2FD10B1E2391}" dt="2026-05-28T03:48:54.357" v="626" actId="478"/>
          <ac:picMkLst>
            <pc:docMk/>
            <pc:sldMk cId="0" sldId="298"/>
            <ac:picMk id="4" creationId="{00000000-0000-0000-0000-000000000000}"/>
          </ac:picMkLst>
        </pc:picChg>
        <pc:picChg chg="add mod">
          <ac:chgData name="NHEK SROS" userId="8cedbad3-deec-40fb-8571-6ca7f038b51b" providerId="ADAL" clId="{2B96A9BE-95F9-4E01-93AE-2FD10B1E2391}" dt="2026-05-28T03:49:16.036" v="632" actId="164"/>
          <ac:picMkLst>
            <pc:docMk/>
            <pc:sldMk cId="0" sldId="298"/>
            <ac:picMk id="10" creationId="{957EE3FF-1ADD-C232-39CC-C10E464C29F2}"/>
          </ac:picMkLst>
        </pc:picChg>
        <pc:picChg chg="add mod">
          <ac:chgData name="NHEK SROS" userId="8cedbad3-deec-40fb-8571-6ca7f038b51b" providerId="ADAL" clId="{2B96A9BE-95F9-4E01-93AE-2FD10B1E2391}" dt="2026-05-28T03:49:47.118" v="637" actId="688"/>
          <ac:picMkLst>
            <pc:docMk/>
            <pc:sldMk cId="0" sldId="298"/>
            <ac:picMk id="11" creationId="{1C04510F-EB01-D43A-A72E-F408E582774D}"/>
          </ac:picMkLst>
        </pc:picChg>
        <pc:picChg chg="add mod">
          <ac:chgData name="NHEK SROS" userId="8cedbad3-deec-40fb-8571-6ca7f038b51b" providerId="ADAL" clId="{2B96A9BE-95F9-4E01-93AE-2FD10B1E2391}" dt="2026-05-28T03:49:42.364" v="636" actId="1076"/>
          <ac:picMkLst>
            <pc:docMk/>
            <pc:sldMk cId="0" sldId="298"/>
            <ac:picMk id="12" creationId="{D201E218-A61E-0F11-2B5E-DA765BE3A64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9309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5.com/glossary/ssl-tls-encryption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TLS (Transport Layer Security) and SSL (Secure Sockets Layer) are cryptographic protocols designed to secure communications over a computer network. They protect sensitive data—like passwords and payment details—from being intercepted by eavesdroppers while in transit between a client (like your web browser) and a server. [</a:t>
            </a:r>
            <a:r>
              <a:rPr lang="en-GB" dirty="0">
                <a:hlinkClick r:id="rId3"/>
              </a:rPr>
              <a:t>1</a:t>
            </a:r>
            <a:r>
              <a:rPr lang="en-GB" dirty="0"/>
              <a:t>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109728" y="914400"/>
            <a:ext cx="5394960" cy="3291840"/>
          </a:xfrm>
          <a:prstGeom prst="rect">
            <a:avLst/>
          </a:prstGeom>
          <a:solidFill>
            <a:srgbClr val="0A1C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9728" y="914400"/>
            <a:ext cx="5394960" cy="64008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65760" y="11430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PICO 2W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4048" y="1519311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MQTT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595489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0CAF9"/>
                </a:solidFill>
              </a:rPr>
              <a:t>MicroPython  ·  </a:t>
            </a:r>
            <a:r>
              <a:rPr lang="en-US" sz="1300" dirty="0">
                <a:solidFill>
                  <a:srgbClr val="80DEEA"/>
                </a:solidFill>
              </a:rPr>
              <a:t>Publish / Subscribe  ·  </a:t>
            </a:r>
            <a:r>
              <a:rPr lang="en-US" sz="1300" dirty="0">
                <a:solidFill>
                  <a:srgbClr val="A5D6A7"/>
                </a:solidFill>
              </a:rPr>
              <a:t>HiveMQ  ·  </a:t>
            </a:r>
            <a:r>
              <a:rPr lang="en-US" sz="1300" dirty="0">
                <a:solidFill>
                  <a:srgbClr val="FFCC80"/>
                </a:solidFill>
              </a:rPr>
              <a:t>BME280 / DHT22 Sensor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Duration: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Hours
</a:t>
            </a:r>
            <a:r>
              <a:rPr lang="en-US" sz="12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|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MicroPython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Required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60720" y="457200"/>
            <a:ext cx="3108960" cy="42519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12" name="Text 9"/>
          <p:cNvSpPr/>
          <p:nvPr/>
        </p:nvSpPr>
        <p:spPr>
          <a:xfrm>
            <a:off x="5881156" y="2831123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Stack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18316" y="3151163"/>
            <a:ext cx="2651760" cy="347472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6018316" y="3151163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 (Pico 2W)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298476" y="3498635"/>
            <a:ext cx="64008" cy="1280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3"/>
          <p:cNvSpPr/>
          <p:nvPr/>
        </p:nvSpPr>
        <p:spPr>
          <a:xfrm>
            <a:off x="6018316" y="3626651"/>
            <a:ext cx="2651760" cy="347472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6018316" y="3626651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(HiveMQ)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98476" y="3974123"/>
            <a:ext cx="64008" cy="12801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6018316" y="4102139"/>
            <a:ext cx="2651760" cy="347472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6018316" y="4102139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(Pico / App)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60E1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Picture 22" descr="MQTT Specification">
            <a:extLst>
              <a:ext uri="{FF2B5EF4-FFF2-40B4-BE49-F238E27FC236}">
                <a16:creationId xmlns:a16="http://schemas.microsoft.com/office/drawing/2014/main" id="{DFF5F915-C5D1-81A1-92F0-7F776C170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509" y="571500"/>
            <a:ext cx="1333958" cy="1143000"/>
          </a:xfrm>
          <a:prstGeom prst="rect">
            <a:avLst/>
          </a:prstGeom>
        </p:spPr>
      </p:pic>
      <p:pic>
        <p:nvPicPr>
          <p:cNvPr id="24" name="Picture 23" descr="Pico microcontroller boards - Raspberry Pi Documentation">
            <a:extLst>
              <a:ext uri="{FF2B5EF4-FFF2-40B4-BE49-F238E27FC236}">
                <a16:creationId xmlns:a16="http://schemas.microsoft.com/office/drawing/2014/main" id="{6BF4A942-970D-1081-723E-1FA7E2919FF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15" t="5740" r="29314" b="8883"/>
          <a:stretch>
            <a:fillRect/>
          </a:stretch>
        </p:blipFill>
        <p:spPr>
          <a:xfrm rot="5400000">
            <a:off x="6920970" y="1342496"/>
            <a:ext cx="782138" cy="18476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111E930-D0FF-00D4-5803-ECD4E1D54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835" y="568687"/>
            <a:ext cx="1141241" cy="1141241"/>
          </a:xfrm>
          <a:prstGeom prst="rect">
            <a:avLst/>
          </a:prstGeom>
        </p:spPr>
      </p:pic>
      <p:sp>
        <p:nvSpPr>
          <p:cNvPr id="9" name="Text 7"/>
          <p:cNvSpPr/>
          <p:nvPr/>
        </p:nvSpPr>
        <p:spPr>
          <a:xfrm>
            <a:off x="365760" y="489286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randomnerdtutorials.com/raspberry-pi-pico-w-mqtt-micropython/</a:t>
            </a:r>
            <a:endParaRPr lang="en-US" sz="900" dirty="0"/>
          </a:p>
        </p:txBody>
      </p:sp>
      <p:sp>
        <p:nvSpPr>
          <p:cNvPr id="29" name="Text 6">
            <a:extLst>
              <a:ext uri="{FF2B5EF4-FFF2-40B4-BE49-F238E27FC236}">
                <a16:creationId xmlns:a16="http://schemas.microsoft.com/office/drawing/2014/main" id="{0C2A3A27-F01F-A39F-F3E6-AE7084E2D4EF}"/>
              </a:ext>
            </a:extLst>
          </p:cNvPr>
          <p:cNvSpPr/>
          <p:nvPr/>
        </p:nvSpPr>
        <p:spPr>
          <a:xfrm>
            <a:off x="365760" y="4355942"/>
            <a:ext cx="5120640" cy="347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r>
              <a:rPr lang="en-US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Sros</a:t>
            </a: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Nhek, Ph.D.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Contents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Hour Roadmap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57200" cy="76809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216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MQTT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1554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is, why it matters for IoT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7568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65760" y="2075688"/>
            <a:ext cx="457200" cy="76809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65760" y="2075688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2688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Core Concepts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2688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Pub/Sub, Topics, Messages, Broker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008376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365760" y="3008376"/>
            <a:ext cx="457200" cy="76809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65760" y="3008376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081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Setup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32688" y="34198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Cloud, Mosquitto options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941064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365760" y="3941064"/>
            <a:ext cx="457200" cy="76809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5760" y="3941064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32688" y="4014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umqtt Modules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" y="4352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simple.py, robust.py via Thonny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114300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800600" y="1143000"/>
            <a:ext cx="457200" cy="76809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800600" y="1143000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67528" y="12161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67528" y="1554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boot.py, Wi-Fi connection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207568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800600" y="2075688"/>
            <a:ext cx="457200" cy="76809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00600" y="2075688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67528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Messages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67528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→ broker → topic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008376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800600" y="3008376"/>
            <a:ext cx="457200" cy="76809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4800600" y="3008376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67528" y="3081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Subscribing to Topics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367528" y="34198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commands, control outputs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3941064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4800600" y="3941064"/>
            <a:ext cx="457200" cy="76809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4800600" y="3941064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367528" y="4014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Troubleshooting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367528" y="4352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Explorer, debug tips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 &amp; Parts Required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before starting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1371600" y="1353312"/>
            <a:ext cx="658368" cy="658368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57200" y="2103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Pico 2W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3957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Wi-Fi-enabled board with MicroPython flashed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251960" y="1353312"/>
            <a:ext cx="658368" cy="658368"/>
          </a:xfrm>
          <a:prstGeom prst="line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40817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103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Thonny IDE / VS Code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337560" y="23957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and board recognized over USB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26480" y="118872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7132320" y="1353312"/>
            <a:ext cx="658368" cy="658368"/>
          </a:xfrm>
          <a:prstGeom prst="line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0" y="140817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21031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BME280 / DHt22 Sensor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6217920" y="239572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 &amp; Pressure (I²C)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65760" y="29260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1371600" y="3090672"/>
            <a:ext cx="658368" cy="658368"/>
          </a:xfrm>
          <a:prstGeom prst="lin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760" y="3145536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Network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457200" y="41330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 router with internet access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246120" y="29260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4251960" y="3090672"/>
            <a:ext cx="658368" cy="658368"/>
          </a:xfrm>
          <a:prstGeom prst="line">
            <a:avLst/>
          </a:prstGeom>
          <a:solidFill>
            <a:srgbClr val="1B6B2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3145536"/>
            <a:ext cx="384048" cy="38404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337560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Account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3337560" y="413308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cloud MQTT broker (no install needed)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126480" y="2926080"/>
            <a:ext cx="2697480" cy="150876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5"/>
          <p:cNvSpPr/>
          <p:nvPr/>
        </p:nvSpPr>
        <p:spPr>
          <a:xfrm>
            <a:off x="614934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BME280 Wiring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0868211"/>
              </p:ext>
            </p:extLst>
          </p:nvPr>
        </p:nvGraphicFramePr>
        <p:xfrm>
          <a:off x="6149340" y="3139440"/>
          <a:ext cx="1310640" cy="1295400"/>
        </p:xfrm>
        <a:graphic>
          <a:graphicData uri="http://schemas.openxmlformats.org/drawingml/2006/table">
            <a:tbl>
              <a:tblPr/>
              <a:tblGrid>
                <a:gridCol w="57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2W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VCC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3.3V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GND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GND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SDA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GP4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" name="Picture 33" descr="Pico microcontroller boards - Raspberry Pi Documentation">
            <a:extLst>
              <a:ext uri="{FF2B5EF4-FFF2-40B4-BE49-F238E27FC236}">
                <a16:creationId xmlns:a16="http://schemas.microsoft.com/office/drawing/2014/main" id="{E33E0CC0-E4E4-63DF-D964-67C878414DB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2315" t="5740" r="29314" b="8883"/>
          <a:stretch>
            <a:fillRect/>
          </a:stretch>
        </p:blipFill>
        <p:spPr>
          <a:xfrm rot="5400000">
            <a:off x="1555712" y="1191014"/>
            <a:ext cx="447362" cy="10568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6" name="Text 25">
            <a:extLst>
              <a:ext uri="{FF2B5EF4-FFF2-40B4-BE49-F238E27FC236}">
                <a16:creationId xmlns:a16="http://schemas.microsoft.com/office/drawing/2014/main" id="{AC1F96D4-BEFA-4272-C42B-63700AC3326A}"/>
              </a:ext>
            </a:extLst>
          </p:cNvPr>
          <p:cNvSpPr/>
          <p:nvPr/>
        </p:nvSpPr>
        <p:spPr>
          <a:xfrm>
            <a:off x="7566660" y="29260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DHt22 Wiring</a:t>
            </a:r>
            <a:endParaRPr lang="en-US" sz="1100" dirty="0"/>
          </a:p>
        </p:txBody>
      </p:sp>
      <p:graphicFrame>
        <p:nvGraphicFramePr>
          <p:cNvPr id="37" name="Table 0">
            <a:extLst>
              <a:ext uri="{FF2B5EF4-FFF2-40B4-BE49-F238E27FC236}">
                <a16:creationId xmlns:a16="http://schemas.microsoft.com/office/drawing/2014/main" id="{29947A04-823D-C68B-1BDA-6FE98DF647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7381"/>
              </p:ext>
            </p:extLst>
          </p:nvPr>
        </p:nvGraphicFramePr>
        <p:xfrm>
          <a:off x="7482840" y="3134868"/>
          <a:ext cx="1310640" cy="1036320"/>
        </p:xfrm>
        <a:graphic>
          <a:graphicData uri="http://schemas.openxmlformats.org/drawingml/2006/table">
            <a:tbl>
              <a:tblPr/>
              <a:tblGrid>
                <a:gridCol w="579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9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2W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VCC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3.3V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GND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GND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9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A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GP15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" name="Text 1"/>
          <p:cNvSpPr/>
          <p:nvPr/>
        </p:nvSpPr>
        <p:spPr>
          <a:xfrm>
            <a:off x="914400" y="2697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MQTT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 ·  Why IoT needs it  ·  RFC 6455  ·  History</a:t>
            </a:r>
            <a:endParaRPr lang="en-US" sz="1300" dirty="0"/>
          </a:p>
        </p:txBody>
      </p:sp>
      <p:pic>
        <p:nvPicPr>
          <p:cNvPr id="7" name="Picture 6" descr="MQTT Specification">
            <a:extLst>
              <a:ext uri="{FF2B5EF4-FFF2-40B4-BE49-F238E27FC236}">
                <a16:creationId xmlns:a16="http://schemas.microsoft.com/office/drawing/2014/main" id="{A4406821-5307-DA1B-EAC1-50825E0ADC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486" y="377151"/>
            <a:ext cx="2129027" cy="18242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MQTT?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Queuing Telemetry Transport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stands for </a:t>
            </a: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Queuing Telemetry Transport</a:t>
            </a: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lightweight publish-subscribe messaging protocol designed for constrained devices and low-bandwidth, high-latency networks.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6720" y="2514600"/>
            <a:ext cx="3858768" cy="347472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518160" y="2532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61160" y="25328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OASIS Standard &amp; ISO/IEC 20922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720" y="2907792"/>
            <a:ext cx="38587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18160" y="2926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61160" y="2926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1883 (plain)  /  8883 (TLS)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6720" y="3300984"/>
            <a:ext cx="3858768" cy="347472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18160" y="3319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61160" y="331927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TCP/IP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6720" y="3694176"/>
            <a:ext cx="3858768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518160" y="371246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61160" y="371246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3.1.1 (most common)  ·  5.0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6720" y="4087368"/>
            <a:ext cx="3858768" cy="347472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18160" y="410565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61160" y="4105656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IoT, Home Automation, Telemetry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1143000"/>
            <a:ext cx="4069080" cy="361188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46320" y="12527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MQTT for IoT?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28032" y="1664208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074920" y="1636776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18288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header overhead (2 bytes min). Perfect for microcontrollers with limited RAM.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28032" y="2276856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074920" y="2249424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Bandwidth: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244144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slow, unreliable networks. Works over 2G/3G, LoRa, Wi-Fi.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28032" y="2889504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074920" y="286207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Delivery: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30540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stores messages for offline devices (with retained messages).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28032" y="3502152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074920" y="3474720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Many-to-Many: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366674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publisher → broker → many subscribers simultaneously.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28032" y="4114800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074920" y="408736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42793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TLS/SSL encryption + username/password authentication.</a:t>
            </a:r>
            <a:endParaRPr lang="en-US" sz="10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AE666CB-1506-EF6B-1D1A-4660EE95EE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9334" y="15952"/>
            <a:ext cx="2744625" cy="110876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vs MQTT Comparison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protocol for your project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86791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7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Request–Response (pull)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Publish–Subscribe (push/pull)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connection per 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Persistent long-lived connection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~800 B HTTP headers/request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byte MQTT frame header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possible (polling needed)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Native server-to-client push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Multi-client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client polls separately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fans out to all subscribers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APIs, file downloads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data, IoT control, dashboards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 scheme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http:// / https://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mqtt:// / mqtts://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Stateless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Stateful (session, subscriptions)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1A3A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49040" y="4114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97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Core Concepts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/ Subscribe  ·  Topics  ·  Messages  ·  Broker  ·  QoS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/ Subscribe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MQTT communication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194560" cy="3291840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365760" y="29260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2W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(BME280 data)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37033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on topic: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B3E5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pico/temperature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977640" y="1234440"/>
            <a:ext cx="2103120" cy="3291840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/>
          <p:nvPr/>
        </p:nvSpPr>
        <p:spPr>
          <a:xfrm>
            <a:off x="397764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977640" y="30906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/ Mosquitto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977640" y="3401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&amp; routes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by topic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977640" y="38587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retained msgs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sessions</a:t>
            </a:r>
            <a:endParaRPr lang="en-US" sz="90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21014B-4E2C-6835-1665-23C35F149F27}"/>
              </a:ext>
            </a:extLst>
          </p:cNvPr>
          <p:cNvGrpSpPr/>
          <p:nvPr/>
        </p:nvGrpSpPr>
        <p:grpSpPr>
          <a:xfrm>
            <a:off x="2578608" y="2564130"/>
            <a:ext cx="4910328" cy="292608"/>
            <a:chOff x="2578608" y="2564130"/>
            <a:chExt cx="4910328" cy="292608"/>
          </a:xfrm>
        </p:grpSpPr>
        <p:sp>
          <p:nvSpPr>
            <p:cNvPr id="11" name="Shape 8"/>
            <p:cNvSpPr/>
            <p:nvPr/>
          </p:nvSpPr>
          <p:spPr>
            <a:xfrm>
              <a:off x="2578608" y="2683002"/>
              <a:ext cx="1188720" cy="54864"/>
            </a:xfrm>
            <a:prstGeom prst="rect">
              <a:avLst/>
            </a:prstGeom>
            <a:solidFill>
              <a:srgbClr val="E05A00"/>
            </a:solidFill>
            <a:ln/>
          </p:spPr>
          <p:txBody>
            <a:bodyPr/>
            <a:lstStyle/>
            <a:p>
              <a:endParaRPr lang="en-GB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3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3669792" y="2564130"/>
              <a:ext cx="292608" cy="292608"/>
            </a:xfrm>
            <a:prstGeom prst="rect">
              <a:avLst/>
            </a:prstGeom>
          </p:spPr>
        </p:pic>
        <p:sp>
          <p:nvSpPr>
            <p:cNvPr id="19" name="Shape 14"/>
            <p:cNvSpPr/>
            <p:nvPr/>
          </p:nvSpPr>
          <p:spPr>
            <a:xfrm>
              <a:off x="6108192" y="2683002"/>
              <a:ext cx="1188720" cy="54864"/>
            </a:xfrm>
            <a:prstGeom prst="rect">
              <a:avLst/>
            </a:prstGeom>
            <a:solidFill>
              <a:srgbClr val="0070C0"/>
            </a:solidFill>
            <a:ln/>
          </p:spPr>
          <p:txBody>
            <a:bodyPr/>
            <a:lstStyle/>
            <a:p>
              <a:endParaRPr lang="en-GB"/>
            </a:p>
          </p:txBody>
        </p:sp>
        <p:pic>
          <p:nvPicPr>
            <p:cNvPr id="20" name="Image 3" descr="preencoded.png"/>
            <p:cNvPicPr>
              <a:picLocks noChangeAspect="1"/>
            </p:cNvPicPr>
            <p:nvPr/>
          </p:nvPicPr>
          <p:blipFill>
            <a:blip r:embed="rId3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196328" y="2564130"/>
              <a:ext cx="292608" cy="292608"/>
            </a:xfrm>
            <a:prstGeom prst="rect">
              <a:avLst/>
            </a:prstGeom>
          </p:spPr>
        </p:pic>
      </p:grpSp>
      <p:sp>
        <p:nvSpPr>
          <p:cNvPr id="21" name="Shape 15"/>
          <p:cNvSpPr/>
          <p:nvPr/>
        </p:nvSpPr>
        <p:spPr>
          <a:xfrm>
            <a:off x="7516368" y="1447800"/>
            <a:ext cx="1298448" cy="713232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/>
          <p:nvPr/>
        </p:nvSpPr>
        <p:spPr>
          <a:xfrm>
            <a:off x="7516368" y="1447800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7516368" y="2362200"/>
            <a:ext cx="1298448" cy="713232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/>
          <p:nvPr/>
        </p:nvSpPr>
        <p:spPr>
          <a:xfrm>
            <a:off x="7516368" y="2362200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7516368" y="3276600"/>
            <a:ext cx="1298448" cy="713232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0"/>
          <p:cNvSpPr/>
          <p:nvPr/>
        </p:nvSpPr>
        <p:spPr>
          <a:xfrm>
            <a:off x="7516368" y="3276600"/>
            <a:ext cx="1298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2W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452360" y="40721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7452360" y="434644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subscribed to: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pico/temperature</a:t>
            </a:r>
            <a:endParaRPr lang="en-US" sz="800" dirty="0"/>
          </a:p>
        </p:txBody>
      </p:sp>
      <p:pic>
        <p:nvPicPr>
          <p:cNvPr id="29" name="Picture 28" descr="Pico microcontroller boards - Raspberry Pi Documentation">
            <a:extLst>
              <a:ext uri="{FF2B5EF4-FFF2-40B4-BE49-F238E27FC236}">
                <a16:creationId xmlns:a16="http://schemas.microsoft.com/office/drawing/2014/main" id="{58C1C151-8871-0A29-AE8F-36C5698548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315" t="5740" r="29314" b="8883"/>
          <a:stretch>
            <a:fillRect/>
          </a:stretch>
        </p:blipFill>
        <p:spPr>
          <a:xfrm>
            <a:off x="1143000" y="1333180"/>
            <a:ext cx="647200" cy="15288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6BE7B02-E505-4A16-55DB-AB8ADA2759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1157" y="1387115"/>
            <a:ext cx="1356085" cy="135608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C66A3C5-327F-34FB-1A8A-B0788338124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20" b="9674"/>
          <a:stretch>
            <a:fillRect/>
          </a:stretch>
        </p:blipFill>
        <p:spPr bwMode="auto">
          <a:xfrm>
            <a:off x="6108192" y="95"/>
            <a:ext cx="3035808" cy="135936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Topics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addressing with forward slashes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Structure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3858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are UTF-8 strings separated by forward slashes ( / ). Each level narrows the scope: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29968"/>
            <a:ext cx="3858768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006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02920" y="2029968"/>
            <a:ext cx="54864" cy="40233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58368" y="206654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home/office/lamp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42032"/>
            <a:ext cx="3858768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502920" y="2542032"/>
            <a:ext cx="54864" cy="40233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58368" y="257860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home/bedroom/temperature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054096"/>
            <a:ext cx="3858768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02920" y="3054096"/>
            <a:ext cx="54864" cy="402336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58368" y="309067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pico/sensor/humidity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566160"/>
            <a:ext cx="3858768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E05A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502920" y="3566160"/>
            <a:ext cx="54864" cy="40233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58368" y="36027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pico/led/control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078224"/>
            <a:ext cx="3858768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1B6B2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02920" y="4078224"/>
            <a:ext cx="54864" cy="402336"/>
          </a:xfrm>
          <a:prstGeom prst="rect">
            <a:avLst/>
          </a:prstGeom>
          <a:solidFill>
            <a:srgbClr val="1B6B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658368" y="411480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factory/line1/motor/rpm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809744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Topics are CASE-SENSITIVE:  Pico/Temp ≠ pico/temp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143000"/>
            <a:ext cx="4114800" cy="361188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00600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645920"/>
            <a:ext cx="3931920" cy="1408176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754880" y="1645920"/>
            <a:ext cx="3931920" cy="384048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846320" y="16459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(single level)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21031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exactly one level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23591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home/+/lamp → matches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home/office/lamp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home/bedroom/lamp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157728"/>
            <a:ext cx="39319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Shape 31"/>
          <p:cNvSpPr/>
          <p:nvPr/>
        </p:nvSpPr>
        <p:spPr>
          <a:xfrm>
            <a:off x="4754880" y="3157728"/>
            <a:ext cx="3931920" cy="384048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846320" y="31577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(multi level)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46320" y="36149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any remaining levels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387096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home/# → matches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home/office/lamp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home/bedroom/temp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home/kitchen/fan</a:t>
            </a:r>
            <a:endParaRPr lang="en-US" sz="10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53168DBB-7E4B-23C9-9621-A7BAB6203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420" y="2152195"/>
            <a:ext cx="1424940" cy="792173"/>
          </a:xfrm>
          <a:prstGeom prst="rect">
            <a:avLst/>
          </a:prstGeom>
          <a:noFill/>
        </p:spPr>
      </p:pic>
      <p:pic>
        <p:nvPicPr>
          <p:cNvPr id="38" name="Picture 37" descr="MQTT topic name examples and differences">
            <a:extLst>
              <a:ext uri="{FF2B5EF4-FFF2-40B4-BE49-F238E27FC236}">
                <a16:creationId xmlns:a16="http://schemas.microsoft.com/office/drawing/2014/main" id="{12995270-A1E7-DB7B-192E-C163BEE415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420" y="3668036"/>
            <a:ext cx="1424940" cy="893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Picture 38" descr="Raspberry Pi Pico Subscribe to MQTT Topics Example">
            <a:extLst>
              <a:ext uri="{FF2B5EF4-FFF2-40B4-BE49-F238E27FC236}">
                <a16:creationId xmlns:a16="http://schemas.microsoft.com/office/drawing/2014/main" id="{941270C9-FCE1-8A4F-23F9-62024DAC68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3319" y="12002"/>
            <a:ext cx="2564921" cy="1049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Messages &amp; Quality of Service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levels and message payload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Payload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581912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messages can carry any payload —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text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or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values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The broker delivers them without interpreting content.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3931920" cy="9601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66928" y="2240280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31520" y="2240280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96112" y="2240280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48640" y="245059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Payload examples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"pico/temp"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"24.5"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"pico/data"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'{"t":24.5,"h":60}'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"pico/led"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200400"/>
            <a:ext cx="3858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Messages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493008"/>
            <a:ext cx="3858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retain=True, the broker stores the LAST message on that topic. New subscribers instantly receive it without waiting for the next publish.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3931920" cy="50292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66928" y="4160520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896112" y="4160520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8640" y="4370832"/>
            <a:ext cx="3749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(topic, msg,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retain 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143000"/>
            <a:ext cx="4114800" cy="361188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800600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Service (QoS)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524000"/>
            <a:ext cx="393192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4754880" y="1524000"/>
            <a:ext cx="3931920" cy="347472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46320" y="1524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0 — At most once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19263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Fire-and-forget. No acknowledgement. May be lost. Lowest overhead.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621280"/>
            <a:ext cx="393192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4754880" y="2621280"/>
            <a:ext cx="3931920" cy="34747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4846320" y="26212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1 — At least once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02361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acknowledged by receiver. May be delivered more than once.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718560"/>
            <a:ext cx="3931920" cy="97840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754880" y="3718560"/>
            <a:ext cx="3931920" cy="347472"/>
          </a:xfrm>
          <a:prstGeom prst="rect">
            <a:avLst/>
          </a:prstGeom>
          <a:solidFill>
            <a:srgbClr val="1B6B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46320" y="3718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2 — Exactly once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412089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4-way handshake. Guaranteed delivery, no duplicates. Highest overhead.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MQTT Broker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 routing engine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is the central hub of MQTT. It receives ALL messages, filters by topic, and delivers to all interested subscribers.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8" name="Shape 6"/>
          <p:cNvSpPr/>
          <p:nvPr/>
        </p:nvSpPr>
        <p:spPr>
          <a:xfrm>
            <a:off x="365760" y="1444752"/>
            <a:ext cx="2651760" cy="941832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45720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Cloud-hosted, free plan available. No install needed. Best for beginners and production IoT.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57200" y="3116580"/>
            <a:ext cx="2468880" cy="1263396"/>
          </a:xfrm>
          <a:prstGeom prst="rect">
            <a:avLst/>
          </a:prstGeom>
          <a:solidFill>
            <a:srgbClr val="F0F7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548640" y="31623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 tier  ✓ TLS built-in  ✓ Web UI  ✓ No setup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internet access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91840" y="1444752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3291840" y="1444752"/>
            <a:ext cx="2651760" cy="9418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3"/>
          <p:cNvSpPr/>
          <p:nvPr/>
        </p:nvSpPr>
        <p:spPr>
          <a:xfrm>
            <a:off x="338328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(Local)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338328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broker on Raspberry Pi or PC. Most popular in hobbyist and home automation projects.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383280" y="3116580"/>
            <a:ext cx="2468880" cy="1263396"/>
          </a:xfrm>
          <a:prstGeom prst="rect">
            <a:avLst/>
          </a:prstGeom>
          <a:solidFill>
            <a:srgbClr val="F0F7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3474720" y="31623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Free &amp; open-source  ✓ Local network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internet needed  ✓ Lightweight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install &amp; configuration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217920" y="1444752"/>
            <a:ext cx="26517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8"/>
          <p:cNvSpPr/>
          <p:nvPr/>
        </p:nvSpPr>
        <p:spPr>
          <a:xfrm>
            <a:off x="6217920" y="1444752"/>
            <a:ext cx="2651760" cy="941832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4" name="Text 19"/>
          <p:cNvSpPr/>
          <p:nvPr/>
        </p:nvSpPr>
        <p:spPr>
          <a:xfrm>
            <a:off x="6309360" y="202996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(Cloud VPS)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309360" y="24231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installed on a cloud server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DigitalOcean). Accessible worldwide from anywhere.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309360" y="3116580"/>
            <a:ext cx="2468880" cy="1261872"/>
          </a:xfrm>
          <a:prstGeom prst="rect">
            <a:avLst/>
          </a:prstGeom>
          <a:solidFill>
            <a:srgbClr val="F0F7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2"/>
          <p:cNvSpPr/>
          <p:nvPr/>
        </p:nvSpPr>
        <p:spPr>
          <a:xfrm>
            <a:off x="6400800" y="316230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Internet accessible  ✓ Full control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Low cost VPS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Requires Linux admin skills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365760" y="4645152"/>
            <a:ext cx="8503920" cy="347472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4"/>
          <p:cNvSpPr/>
          <p:nvPr/>
        </p:nvSpPr>
        <p:spPr>
          <a:xfrm>
            <a:off x="502920" y="468172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lecture: HiveMQ Cloud (free). The code is compatible with any MQTT broker — just update the connection details.</a:t>
            </a:r>
            <a:endParaRPr lang="en-US" sz="1100" dirty="0"/>
          </a:p>
        </p:txBody>
      </p:sp>
      <p:pic>
        <p:nvPicPr>
          <p:cNvPr id="32" name="Picture 31" descr="HiveMQ Cloud · GitHub">
            <a:extLst>
              <a:ext uri="{FF2B5EF4-FFF2-40B4-BE49-F238E27FC236}">
                <a16:creationId xmlns:a16="http://schemas.microsoft.com/office/drawing/2014/main" id="{AF252E03-EE14-F3C6-B82E-73386652DC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1554480"/>
            <a:ext cx="566928" cy="566928"/>
          </a:xfrm>
          <a:prstGeom prst="rect">
            <a:avLst/>
          </a:prstGeom>
        </p:spPr>
      </p:pic>
      <p:pic>
        <p:nvPicPr>
          <p:cNvPr id="33" name="Picture 32" descr="How to Create a Local Self-Hosted MQTT Mosquitto Broker on a Raspberry –  How to Raspberry">
            <a:extLst>
              <a:ext uri="{FF2B5EF4-FFF2-40B4-BE49-F238E27FC236}">
                <a16:creationId xmlns:a16="http://schemas.microsoft.com/office/drawing/2014/main" id="{44B76F92-88D4-0F8F-B00D-0454C55E00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9939" y="1556004"/>
            <a:ext cx="575561" cy="566928"/>
          </a:xfrm>
          <a:prstGeom prst="rect">
            <a:avLst/>
          </a:prstGeom>
        </p:spPr>
      </p:pic>
      <p:pic>
        <p:nvPicPr>
          <p:cNvPr id="34" name="Picture 33" descr="How to Create a Local Self-Hosted MQTT Mosquitto Broker on a Raspberry –  How to Raspberry">
            <a:extLst>
              <a:ext uri="{FF2B5EF4-FFF2-40B4-BE49-F238E27FC236}">
                <a16:creationId xmlns:a16="http://schemas.microsoft.com/office/drawing/2014/main" id="{ED8DB876-B7C3-F800-11AB-71709306B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6019" y="1552956"/>
            <a:ext cx="575561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49040" y="4114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97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HiveMQ Broker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MQTT  ·  Account Setup  ·  Cluster URL  ·  Access Credentials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 Setup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broker configuration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8046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502920" cy="502920"/>
          </a:xfrm>
          <a:prstGeom prst="lin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5029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78992" y="11612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Account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8992" y="1444752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hivemq.com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click '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→ choose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Cloud plan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039112"/>
            <a:ext cx="8412480" cy="8046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57200" y="2203704"/>
            <a:ext cx="502920" cy="502920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2203704"/>
            <a:ext cx="5029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78992" y="210312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Cluster URL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238658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login, click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'Manage Cluster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'. Copy the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URL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abc123.s1.eu.hivemq.cloud). Save it — you'll need it in your code.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80944"/>
            <a:ext cx="8412480" cy="8046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57200" y="3145536"/>
            <a:ext cx="502920" cy="502920"/>
          </a:xfrm>
          <a:prstGeom prst="line">
            <a:avLst/>
          </a:prstGeom>
          <a:solidFill>
            <a:srgbClr val="1B6B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7200" y="3145536"/>
            <a:ext cx="5029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78992" y="30449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Credentials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78992" y="3328416"/>
            <a:ext cx="7859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Management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tab → fill in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100" b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permission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100" i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and Subscribe 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click '</a:t>
            </a:r>
            <a:r>
              <a:rPr lang="en-US" sz="1100" i="1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Credential</a:t>
            </a: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22776"/>
            <a:ext cx="8412480" cy="80467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57200" y="4087368"/>
            <a:ext cx="502920" cy="502920"/>
          </a:xfrm>
          <a:prstGeom prst="line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7200" y="4087368"/>
            <a:ext cx="502920" cy="50292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78992" y="398678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Details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78992" y="4270248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proceeding, make sure you have: ① Cluster URL  ② MQTT Username  ③ MQTT Password  ④ Port: 8883 (TLS)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791456"/>
            <a:ext cx="8412480" cy="274320"/>
          </a:xfrm>
          <a:prstGeom prst="rect">
            <a:avLst/>
          </a:prstGeom>
          <a:solidFill>
            <a:srgbClr val="FFF3CD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2920" y="4837176"/>
            <a:ext cx="182880" cy="182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49808" y="4818888"/>
            <a:ext cx="7909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8883 (TLS/SSL) is required for HiveMQ Cloud. Plain port 1883 will not connect. Set ssl=True in your MicroPython MQTT client.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 Details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needed before writing code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029200" cy="3456432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Details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64208"/>
            <a:ext cx="47731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94360" y="17739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Server / URL: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78608" y="1773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abc123.s1.eu.hivemq.cloud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249424"/>
            <a:ext cx="4773168" cy="502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94360" y="2359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(TLS):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78608" y="2359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8883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834640"/>
            <a:ext cx="47731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94360" y="29443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78608" y="29443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your_hivemq_username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419856"/>
            <a:ext cx="4773168" cy="50292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94360" y="3529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78608" y="35295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your_hivemq_password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4005072"/>
            <a:ext cx="4773168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94360" y="41148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78608" y="4114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pico2w_01 (unique per device)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77840" y="1143000"/>
            <a:ext cx="32004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715000" y="1252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Tips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715000" y="1664208"/>
            <a:ext cx="164592" cy="164592"/>
          </a:xfrm>
          <a:prstGeom prst="line">
            <a:avLst/>
          </a:prstGeom>
          <a:solidFill>
            <a:srgbClr val="C62828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9436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credentials in secrets.py — never hardcode in main.py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715000" y="2249424"/>
            <a:ext cx="164592" cy="164592"/>
          </a:xfrm>
          <a:prstGeom prst="line">
            <a:avLst/>
          </a:prstGeom>
          <a:solidFill>
            <a:srgbClr val="C62828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5943600" y="2231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secrets.py to .gitignore before pushing to GitHub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2834640"/>
            <a:ext cx="164592" cy="164592"/>
          </a:xfrm>
          <a:prstGeom prst="line">
            <a:avLst/>
          </a:prstGeom>
          <a:solidFill>
            <a:srgbClr val="C62828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943600" y="28163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TLS (port 8883) — plain text port 1883 exposes credentials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15000" y="3419856"/>
            <a:ext cx="164592" cy="164592"/>
          </a:xfrm>
          <a:prstGeom prst="line">
            <a:avLst/>
          </a:prstGeom>
          <a:solidFill>
            <a:srgbClr val="C62828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943600" y="340156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unique Client IDs — duplicate IDs cause disconnection loops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715000" y="4005072"/>
            <a:ext cx="164592" cy="164592"/>
          </a:xfrm>
          <a:prstGeom prst="line">
            <a:avLst/>
          </a:prstGeom>
          <a:solidFill>
            <a:srgbClr val="C62828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5943600" y="39867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passwords periodically in production deployments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6817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Mosquitto instead?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change the server URL to your Raspberry Pi's local IP (e.g. 192.168.1.10), port to 1883, and set ssl=False. The rest of the code stays identical.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0030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49040" y="4114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97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umqtt Modules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simple.py  ·  robust.py  ·  Thonny IDE file upload  ·  Directory structure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umqtt Library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MicroPython MQTT client modules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069080" cy="3429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069080" cy="475488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umqtt.simple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1234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E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691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MQTT client. Supports connect, publish, subscribe, wait_msg. Lightweight but does NOT auto-reconnect.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4231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2706624"/>
            <a:ext cx="128016" cy="128016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13232" y="2688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MQTTClient(id, server)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12064" y="3026664"/>
            <a:ext cx="128016" cy="128016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13232" y="3008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connect()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" y="3346704"/>
            <a:ext cx="128016" cy="128016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13232" y="33284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publish(topic, msg)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2064" y="3666744"/>
            <a:ext cx="128016" cy="128016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13232" y="3648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subscribe(topic)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" y="3986784"/>
            <a:ext cx="128016" cy="128016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13232" y="3968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set_callback(fn)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2064" y="4306824"/>
            <a:ext cx="128016" cy="128016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13232" y="42885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wait_msg()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143000"/>
            <a:ext cx="4069080" cy="3429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709160" y="1143000"/>
            <a:ext cx="4069080" cy="475488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8006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umqtt.robust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589520" y="1234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E0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robust.py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18888" y="1691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simple.py with automatic reconnection. Best for long-running IoT deployments where Wi-Fi or broker drops occasionally.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18888" y="24231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Methods: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55464" y="2706624"/>
            <a:ext cx="128016" cy="128016"/>
          </a:xfrm>
          <a:prstGeom prst="line">
            <a:avLst/>
          </a:prstGeom>
          <a:solidFill>
            <a:srgbClr val="E05A0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5056632" y="268833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all simple.py methods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55464" y="3026664"/>
            <a:ext cx="128016" cy="128016"/>
          </a:xfrm>
          <a:prstGeom prst="line">
            <a:avLst/>
          </a:prstGeom>
          <a:solidFill>
            <a:srgbClr val="E05A0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056632" y="3008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reconnect() — auto-reconnects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55464" y="3346704"/>
            <a:ext cx="128016" cy="128016"/>
          </a:xfrm>
          <a:prstGeom prst="line">
            <a:avLst/>
          </a:prstGeom>
          <a:solidFill>
            <a:srgbClr val="E05A0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056632" y="33284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wait_msg() — with reconnect on error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55464" y="3666744"/>
            <a:ext cx="128016" cy="128016"/>
          </a:xfrm>
          <a:prstGeom prst="line">
            <a:avLst/>
          </a:prstGeom>
          <a:solidFill>
            <a:srgbClr val="E05A0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5056632" y="36484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production use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02920" y="4700016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modules must be placed in a folder called  umqtt/  on the Pico filesystem.  Source: github.com/micropython/micropython-lib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umqtt via Thonny IDE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file upload to Pico filesystem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70788"/>
            <a:ext cx="5577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080516"/>
            <a:ext cx="438912" cy="438912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080516"/>
            <a:ext cx="438912" cy="43891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03479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Files Sidebar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12999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Thonny IDE → View → Files. You'll see two panels: your computer (top) and Pico 2W filesystem (bottom).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48028"/>
            <a:ext cx="5577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457200" y="1857756"/>
            <a:ext cx="438912" cy="438912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1857756"/>
            <a:ext cx="438912" cy="43891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81203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umqtt Directory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0772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on the Pico 2W panel → New Directory → type  umqtt  → click OK. The folder appears in the sidebar.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525268"/>
            <a:ext cx="5577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57200" y="2634996"/>
            <a:ext cx="438912" cy="438912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7200" y="2634996"/>
            <a:ext cx="438912" cy="43891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5892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simple.py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8544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on the umqtt folder → New File → name it  simple.py.  Paste the code from the GitHub link (see below).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302508"/>
            <a:ext cx="5577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57200" y="3412236"/>
            <a:ext cx="438912" cy="438912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57200" y="3412236"/>
            <a:ext cx="438912" cy="43891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36651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robust.py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36316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 3 for  robust.py. Paste the robust.py code. Both files must be inside the umqtt/ folder.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079748"/>
            <a:ext cx="55778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57200" y="4189476"/>
            <a:ext cx="438912" cy="438912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57200" y="4189476"/>
            <a:ext cx="438912" cy="438912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414375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Structure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" y="440893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Thonny's Pico panel you should see:  /umqtt/simple.py  and  /umqtt/robust.py.  You're ready to import!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955548"/>
            <a:ext cx="2651760" cy="3791712"/>
          </a:xfrm>
          <a:prstGeom prst="rect">
            <a:avLst/>
          </a:prstGeom>
          <a:solidFill>
            <a:srgbClr val="1E2D3D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263640" y="10622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2W Filesystem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1393843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63640" y="17114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boot.py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63640" y="1938223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main.py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3640" y="216499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secrets.py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239176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</a:t>
            </a:r>
            <a:r>
              <a:rPr lang="en-US" sz="1000" dirty="0" err="1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umqtt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63640" y="2618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simple.py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63640" y="28453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robust.py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solidFill>
            <a:srgbClr val="FFF3CD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4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864608"/>
            <a:ext cx="182880" cy="182880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731520" y="482803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links: github.com/RuiSantosdotme/Random-Nerd-Tutorials → Projects/Raspberry-Pi-Pico/MicroPython/mqtt/umqtt/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2A006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49040" y="4114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97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Boot Files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secrets.py  ·  boot.py  ·  Wi-Fi Connection  ·  MQTT Credentials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secrets.py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credentials out of your main code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5029200" cy="2359152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5488" y="1207008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207008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4846320" cy="1892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secrets.py — NEVER share this file publicly!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Add secrets.py to .gitignore before using Git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Wi-Fi credentials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WIFI_SSID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"Your_WiFi_Name"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WIFI_PASSWORD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"Your_WiFi_Password"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MQTT broker details (HiveMQ example)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MQTT_SERVER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"abc123.s1.eu.hivemq.cloud"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MQTT_PORT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8883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MQTT_USER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"your_hivemq_username"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MQTT_PASSWORD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"your_hivemq_password"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MQTT_CLIENT_ID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"pico2w_01"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584448"/>
            <a:ext cx="5029200" cy="1325880"/>
          </a:xfrm>
          <a:prstGeom prst="rect">
            <a:avLst/>
          </a:prstGeom>
          <a:solidFill>
            <a:srgbClr val="FFF3CD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02920" y="3637788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6112" y="36652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30352" y="4003548"/>
            <a:ext cx="128016" cy="128016"/>
          </a:xfrm>
          <a:prstGeom prst="line">
            <a:avLst/>
          </a:prstGeom>
          <a:solidFill>
            <a:srgbClr val="856404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31520" y="39852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credentials directly in main.py or publish.py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0352" y="4305300"/>
            <a:ext cx="128016" cy="128016"/>
          </a:xfrm>
          <a:prstGeom prst="line">
            <a:avLst/>
          </a:prstGeom>
          <a:solidFill>
            <a:srgbClr val="856404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31520" y="428701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.gitignore file with: secrets.py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" y="4607052"/>
            <a:ext cx="128016" cy="128016"/>
          </a:xfrm>
          <a:prstGeom prst="line">
            <a:avLst/>
          </a:prstGeom>
          <a:solidFill>
            <a:srgbClr val="856404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31520" y="458876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from secrets: from secrets import WIFI_SSID, MQTT_SERVER, ...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77840" y="1115568"/>
            <a:ext cx="3383280" cy="223723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dirty="0"/>
          </a:p>
        </p:txBody>
      </p:sp>
      <p:sp>
        <p:nvSpPr>
          <p:cNvPr id="21" name="Text 18"/>
          <p:cNvSpPr/>
          <p:nvPr/>
        </p:nvSpPr>
        <p:spPr>
          <a:xfrm>
            <a:off x="5715000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in your scripts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623560" y="1508760"/>
            <a:ext cx="3237942" cy="12801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5733288" y="1600200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5897880" y="1600200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6062472" y="1600200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5715000" y="1726692"/>
            <a:ext cx="28803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 boot.py / main.py: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secrets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WIFI_SSID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WIFI_PASSWORD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MQTT_SERVER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MQTT_PORT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MQTT_USER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MQTT_PASSWORD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MQTT_CLIENT_ID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715000" y="27889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use WIFI_SSID, MQTT_SERVER, etc. as normal variables throughout your code.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77840" y="3584448"/>
            <a:ext cx="3383280" cy="132588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5623560" y="36789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users: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631180" y="3848100"/>
            <a:ext cx="33299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MQTT_PORT = 1883 and </a:t>
            </a:r>
            <a:r>
              <a:rPr lang="en-US" sz="1000" dirty="0" err="1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</a:t>
            </a: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False in the connect call. If no password is required, pass user = None and password = None.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boot.py — Wi-Fi Connection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Auto-run on power-up; connects Pico 2W to Wi-Fi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5029200" cy="37947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5488" y="1207008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207008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4846320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boot.py — runs automatically on every boot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network,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secrets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WIFI_SSID, WIFI_PASSWORD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connect_wifi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wlan = network.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WLAN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(network.STA_IF)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wlan.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wlan.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isconnected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"Connecting to Wi-Fi..."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wlan.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(WIFI_SSID, WIFI_PASSWORD)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timeout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not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wlan.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isconnected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and timeout &lt; 20: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time.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  ;  timeout +=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"."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end=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wlan.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isconnected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"\nConnected!"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"IP:"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wlan.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ifconfig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()[0])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"Wi-Fi FAILED"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wlan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connect_wifi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 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Called on boot automatically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115568"/>
            <a:ext cx="3200400" cy="379476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715000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boot.py Behavior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87568" y="1591056"/>
            <a:ext cx="164592" cy="164592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925312" y="1554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Auto-runs first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25312" y="1801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boot.py runs before main.py on every power-up or reset.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87568" y="2231136"/>
            <a:ext cx="164592" cy="164592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925312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ready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25312" y="24414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main.py runs, Wi-Fi is already connected.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87568" y="2871216"/>
            <a:ext cx="164592" cy="164592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25312" y="2834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25312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connect_wifi() from boot if needed in main.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87568" y="3511296"/>
            <a:ext cx="164592" cy="164592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925312" y="34747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guard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25312" y="3721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20-second loop prevents infinite hang on bad credentials.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87568" y="4151376"/>
            <a:ext cx="164592" cy="164592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925312" y="4114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codes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25312" y="43616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STAT_GOT_IP = 3 = success. -2 = no AP. -3 = wrong password.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Client Connection Helper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to the broker in MicroPython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843784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5488" y="1207008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207008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295400"/>
            <a:ext cx="8229600" cy="2641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umqtt.simple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MQTTClient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secrets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MQTT_SERVER, MQTT_PORT, MQTT_USER, MQTT_PASSWORD, MQTT_CLIENT_ID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connect_mqtt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=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client_id  = MQTT_CLIENT_ID,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server     = MQTT_SERVER,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port       = MQTT_PORT,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       = MQTT_USER,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password   = MQTT_PASSWORD,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keepalive  =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ssl        =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       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Required for HiveMQ (TLS port 8883)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ssl_params = {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"server_hostname"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MQTT_SERVER}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"Connected to MQTT broker"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client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904488"/>
            <a:ext cx="4114800" cy="1239012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02920" y="39044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MQTTClient Parameters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0468712"/>
              </p:ext>
            </p:extLst>
          </p:nvPr>
        </p:nvGraphicFramePr>
        <p:xfrm>
          <a:off x="457200" y="4114800"/>
          <a:ext cx="3931920" cy="975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8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client_id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 for this device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keepalive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Ping interval in seconds (0=disabled)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ssl=True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TLS — required for port 8883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4709160" y="3904488"/>
            <a:ext cx="4114800" cy="1051560"/>
          </a:xfrm>
          <a:prstGeom prst="rect">
            <a:avLst/>
          </a:prstGeom>
          <a:solidFill>
            <a:srgbClr val="FFF3CD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4846320" y="39959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(local)?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4261104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port=1883, ssl=False, remove ssl_params. If anonymous access, set user=None and password=None. Everything else stays the same.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003344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49040" y="4114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97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MQTT Messages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 ·  BME280  ·  Topics  ·  JSON Payloads  ·  Retained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BME280 Sensor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· Humidity · Pressure over I²C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5029200" cy="32004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5488" y="1207008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207008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484632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Install BME280 library first: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Thonny → Tools → Manage Packages → 'bme280'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Pin, I2C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bme280, time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I2C setup: SDA=GP4, SCL=GP5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sda=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(4), scl=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(5), freq=400000)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bme280.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BME280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(i2c=i2c)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sensor values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bme.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values returns: ('24.50C', '60.23%', '1013.25hPa')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Or read raw floats: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round(bme.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round(bme.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humidity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round(bme.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pressure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f'Temp: {temp}°C  Hum: {hum}%  Pres: {pres} hPa'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115568"/>
            <a:ext cx="3200400" cy="320040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715000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BME280 Quick Facts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522436"/>
              </p:ext>
            </p:extLst>
          </p:nvPr>
        </p:nvGraphicFramePr>
        <p:xfrm>
          <a:off x="5669280" y="1508760"/>
          <a:ext cx="3017520" cy="2560320"/>
        </p:xfrm>
        <a:graphic>
          <a:graphicData uri="http://schemas.openxmlformats.org/drawingml/2006/table">
            <a:tbl>
              <a:tblPr/>
              <a:tblGrid>
                <a:gridCol w="1074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I²C or SPI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0x76 or 0x77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 to +85 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 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±3% RH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300–1100 hPa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Pins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05A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GP4 (SDA), GP5 (SCL)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498848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7240" y="44531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BME280 library: Thonny → Tools → Manage Packages → search 'bme280' → install 'micropython-bme280'.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Publish Script — publish.py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Sending BME280 sensor data to MQTT broker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3858768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5488" y="1207008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207008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publish.py — publish BME280 sensor data every 10 seconds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time,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Pin, I2C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bme280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umqtt.simple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MQTTClient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secrets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MQTT_SERVER, MQTT_PORT, MQTT_USER, MQTT_PASSWORD, MQTT_CLIENT_ID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Topics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TOPIC_TEMP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"pico/bme280/temperature"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TOPIC_HUM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"pico/bme280/humidity"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TOPIC_PRESS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"pico/bme280/pressure"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Hardware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I2C(0, sda=Pin(4), scl=Pin(5), freq=400000)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bme280.BME280(i2c=i2c)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Connect to broker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MQTTClient(MQTT_CLIENT_ID, MQTT_SERVER, MQTT_PORT,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MQTT_USER, MQTT_PASSWORD, ssl=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ssl_params={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"server_hostname"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MQTT_SERVER})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.connect()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"MQTT connected!"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str(round(bme.temperature, 2))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str(round(bme.humidity, 2))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str(round(bme.pressure, 2))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client.publish(TOPIC_TEMP,  temp,  retain=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client.publish(TOPIC_HUM,   hum,   retain=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client.publish(TOPIC_PRESS, pres,  retain=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f'Published: {temp}°C | {hum}% | {pres} hPa'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time.sleep(10)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Publish every 10 seconds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Code — Deep Dive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each part of publish.py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64008" cy="658368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30352" y="11795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Design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23160" y="1161288"/>
            <a:ext cx="3977640" cy="25603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487168" y="117957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pico/bme280/temperature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0352" y="14813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hierarchy: device/sensor/measurement. Consistent naming makes dashboards and filtering much easier to manage.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65760" y="1874520"/>
            <a:ext cx="64008" cy="658368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30352" y="19385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MQTTClient()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23160" y="1920240"/>
            <a:ext cx="3977640" cy="25603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2487168" y="19385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MQTTClient(id, server, port, user, pwd, ...)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30352" y="22402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client object. Does NOT connect yet — just configures parameters. Call .connect() separately.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3347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65760" y="2633472"/>
            <a:ext cx="64008" cy="658368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0352" y="26974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client.connect()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423160" y="2679192"/>
            <a:ext cx="3977640" cy="25603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487168" y="26974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Initiates TCP + MQTT handshake with the broker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30352" y="299923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CONNECT packet. Broker replies with CONNACK. If credentials are wrong, raises MQTTException.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9242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65760" y="3392424"/>
            <a:ext cx="64008" cy="65836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30352" y="34564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client.publish()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423160" y="3438144"/>
            <a:ext cx="3977640" cy="25603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487168" y="34564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publish(topic, msg, retain=True)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" y="37581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PUBLISH packet. retain=True stores last value on broker — new subscribers get it immediately without waiting for next publish.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5137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65760" y="4151376"/>
            <a:ext cx="64008" cy="658368"/>
          </a:xfrm>
          <a:prstGeom prst="rect">
            <a:avLst/>
          </a:prstGeom>
          <a:solidFill>
            <a:srgbClr val="1B6B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530352" y="42153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time.sleep(10)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423160" y="4197096"/>
            <a:ext cx="3977640" cy="256032"/>
          </a:xfrm>
          <a:prstGeom prst="rect">
            <a:avLst/>
          </a:prstGeom>
          <a:solidFill>
            <a:srgbClr val="1E2D3D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2487168" y="42153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Controls publish frequency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" y="45171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seconds is a reasonable interval for environment sensors. Adjust based on how fast values change and broker rate limits.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JSON Payloads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 for dashboards and parsers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5029200" cy="32004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5488" y="1207008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207008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484632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A: Separate topics per measurement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"pico/temp"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"24.5"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"pico/hum"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"60.1"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B: Single JSON topic (recommended)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json.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dumps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"temperature"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temp,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"humidity"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hum,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"pressure"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pres,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"device"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"pico2w_01"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"pico/sensors"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payload)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Example published JSON: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{"temperature": 24.5, "humidity": 60.1,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"pressure": 1013.2, "device": "pico2w_01"}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115568"/>
            <a:ext cx="3200400" cy="320040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715000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vs Flat Topics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508760"/>
          <a:ext cx="3017520" cy="16459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07D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Topics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Payload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publishes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publish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json.loads()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Node-RED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nodes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node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sensors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Multi-value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715000" y="32461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&amp; Adafruit IO: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3502152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platforms expect specific MQTT topic formats. Check their documentation for the exact topic structure and payload format.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solidFill>
            <a:srgbClr val="EEF9EE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5488" y="4498848"/>
            <a:ext cx="228600" cy="2286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77240" y="44531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json.loads(msg) on the subscriber side to parse incoming JSON. msg will be a bytes object — decode first: msg.decode()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49040" y="4114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97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Subscribing to MQTT Topics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 ·  set_callback()  ·  wait_msg()  ·  LED Control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— How It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Receiving messages from the broker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10698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64008" cy="1069848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30352" y="1490472"/>
            <a:ext cx="320040" cy="320040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30352" y="1490472"/>
            <a:ext cx="320040" cy="320040"/>
          </a:xfrm>
          <a:prstGeom prst="rect">
            <a:avLst/>
          </a:prstGeom>
          <a:solidFill>
            <a:srgbClr val="0064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234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set_callback(fn)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60120" y="1545336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 Python function that fires when a message arrives on any subscribed topic.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359152"/>
            <a:ext cx="4114800" cy="10698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64008" cy="106984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30352" y="2706624"/>
            <a:ext cx="320040" cy="320040"/>
          </a:xfrm>
          <a:prstGeom prst="lin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30352" y="2706624"/>
            <a:ext cx="320040" cy="320040"/>
          </a:xfrm>
          <a:prstGeom prst="rect">
            <a:avLst/>
          </a:prstGeom>
          <a:solidFill>
            <a:srgbClr val="1565C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450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client.connect()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76148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broker and establish persistent TCP session.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75304"/>
            <a:ext cx="4114800" cy="10698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65760" y="3575304"/>
            <a:ext cx="64008" cy="1069848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30352" y="3922776"/>
            <a:ext cx="320040" cy="320040"/>
          </a:xfrm>
          <a:prstGeom prst="line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30352" y="3922776"/>
            <a:ext cx="320040" cy="320040"/>
          </a:xfrm>
          <a:prstGeom prst="rect">
            <a:avLst/>
          </a:prstGeom>
          <a:solidFill>
            <a:srgbClr val="5C2D9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36667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client.subscribe(topic)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9776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SUBSCRIBE packet to broker. Broker notes this client wants topic messages.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1143000"/>
            <a:ext cx="4114800" cy="10698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709160" y="1143000"/>
            <a:ext cx="64008" cy="1069848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873752" y="1490472"/>
            <a:ext cx="320040" cy="320040"/>
          </a:xfrm>
          <a:prstGeom prst="line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873752" y="1490472"/>
            <a:ext cx="320040" cy="320040"/>
          </a:xfrm>
          <a:prstGeom prst="rect">
            <a:avLst/>
          </a:prstGeom>
          <a:solidFill>
            <a:srgbClr val="E05A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03520" y="12344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wait_msg() / check_msg()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03520" y="1545336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wait_msg() BLOCKS until a message arrives. check_msg() is non-blocking (returns None if no message).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359152"/>
            <a:ext cx="4114800" cy="106984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709160" y="2359152"/>
            <a:ext cx="64008" cy="1069848"/>
          </a:xfrm>
          <a:prstGeom prst="rect">
            <a:avLst/>
          </a:prstGeom>
          <a:solidFill>
            <a:srgbClr val="1B6B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4873752" y="2706624"/>
            <a:ext cx="320040" cy="320040"/>
          </a:xfrm>
          <a:prstGeom prst="line">
            <a:avLst/>
          </a:prstGeom>
          <a:solidFill>
            <a:srgbClr val="1B6B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73752" y="2706624"/>
            <a:ext cx="320040" cy="320040"/>
          </a:xfrm>
          <a:prstGeom prst="rect">
            <a:avLst/>
          </a:prstGeom>
          <a:solidFill>
            <a:srgbClr val="1B6B2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03520" y="24505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 fires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2761488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message arrives, broker sends PUBLISH → client calls your callback function with (topic, msg).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3575304"/>
            <a:ext cx="4114800" cy="106984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4709160" y="3575304"/>
            <a:ext cx="64008" cy="106984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4873752" y="3922776"/>
            <a:ext cx="320040" cy="320040"/>
          </a:xfrm>
          <a:prstGeom prst="lin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4873752" y="3922776"/>
            <a:ext cx="320040" cy="320040"/>
          </a:xfrm>
          <a:prstGeom prst="rect">
            <a:avLst/>
          </a:prstGeom>
          <a:solidFill>
            <a:srgbClr val="C6282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03520" y="36667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 on message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3977640"/>
            <a:ext cx="3337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callback: decode msg, check content, control GPIO, update display, etc.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Subscribe Script — subscribe.py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Pico LED from MQTT messages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3858768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5488" y="1207008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207008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346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subscribe.py — receive commands to control onboard LED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umqtt.simple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MQTTClient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secrets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MQTT_SERVER, MQTT_PORT, MQTT_USER, MQTT_PASSWORD, MQTT_CLIENT_ID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Hardware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"LED"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Pin.OUT)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onboard LED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Topic to subscribe 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TOPIC_LED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"pico/led/control"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Callback function — called when a message arrives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(topic, msg):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f'Received: {topic} → {msg}'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msg ==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b"ON"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 msg ==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b"1"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led.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"LED turned ON"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msg ==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b"OFF"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or msg ==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b"0"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led.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"LED turned OFF"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Connect and subscribe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MQTTClient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(MQTT_CLIENT_ID, MQTT_SERVER, MQTT_PORT,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MQTT_USER, MQTT_PASSWORD, ssl=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ssl_params={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"server_hostname"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MQTT_SERVER})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set_callback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(callback)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Register callback BEFORE connect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(TOPIC_LED)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f'Subscribed to {TOPIC_LED}'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 loop — wait for messages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wait_msg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Blocks until a message arrives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Code — Deep Dive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every key 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986028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986028"/>
            <a:ext cx="64008" cy="667512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30352" y="105003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set_callback(callback)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33350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called BEFORE connect(). The callback receives (topic: bytes, msg: bytes). Both are byte strings — compare with b"ON", not "ON".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54124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1754124"/>
            <a:ext cx="64008" cy="667512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30352" y="18181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== b"ON"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1015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arrive as bytes objects. Use b"..." literals or msg.decode() then compare strings. Never compare with plain strings directly.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22220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65760" y="2522220"/>
            <a:ext cx="64008" cy="667512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30352" y="25862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client.subscribe(topic)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8696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interest with broker. Multiple calls allowed for different topics. One callback handles all — check topic inside callback.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90316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65760" y="3290316"/>
            <a:ext cx="64008" cy="66751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30352" y="335432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wait_msg()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63778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until ONE message arrives and calls callback. Use in a while True loop. For non-blocking: use check_msg() — returns None if no message.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58412"/>
            <a:ext cx="841248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65760" y="4058412"/>
            <a:ext cx="64008" cy="667512"/>
          </a:xfrm>
          <a:prstGeom prst="rect">
            <a:avLst/>
          </a:prstGeom>
          <a:solidFill>
            <a:srgbClr val="1B6B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30352" y="41224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check_msg()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440588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alternative. Use when you have other tasks to run between checks. Call frequently (e.g., every 100ms) to avoid missing messages.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780788"/>
            <a:ext cx="8412480" cy="292608"/>
          </a:xfrm>
          <a:prstGeom prst="rect">
            <a:avLst/>
          </a:prstGeom>
          <a:solidFill>
            <a:srgbClr val="EEF9EE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5488" y="4853940"/>
            <a:ext cx="164592" cy="16459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13232" y="4808220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subscribe to MULTIPLE topics: call client.subscribe() multiple times. Inside callback, check topic parameter to route messages correctly.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Publish + Subscribe Script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Pico that both reads sensors AND receives commands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8412480" cy="2880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5488" y="1207008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207008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822960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main.py — publish sensor data AND subscribe to LED control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time, json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machine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Pin, I2C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bme280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umqtt.robust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MQTTClient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secrets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Pin(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"LED"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Pin.OUT)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i2c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I2C(0, sda=Pin(4), scl=Pin(5), freq=400000)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bme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bme280.BME280(i2c=i2c)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on_message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(topic, msg):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topic ==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b"pico/led/control"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led.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msg ==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b"ON"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MQTTClient(MQTT_CLIENT_ID, MQTT_SERVER, MQTT_PORT,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MQTT_USER, MQTT_PASSWORD, ssl=True, ssl_params={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"server_hostname"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MQTT_SERVER})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.set_callback(on_message)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.connect()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.subscribe(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"pico/led/control"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last_publish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client.check_msg()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Non-blocking — check for incoming messages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time.ticks_diff(time.ticks_ms(), last_publish) &gt; 10000: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 = str(round(bme.temperature, 2))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client.publish(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"pico/bme280/temperature"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t, retain=True)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last_publish = time.ticks_ms()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4087368"/>
            <a:ext cx="8412480" cy="804672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02920" y="417880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Pattern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check_msg() (non-blocking) instead of wait_msg() when publishing too. check_msg() returns immediately so you can run other tasks. Track publish timing with ticks_ms() difference — no blocking sleep() needed.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umqtt.robust — Auto-Reconnect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MQTT with reconnection handling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337566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4114800" cy="41148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75488" y="114300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with umqtt.simple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45920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Wi-Fi or broker connection drops, simple.py raises an OSError exception and the script crashes. In a long-running IoT deployment, this is unacceptable.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9319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566928" y="2377440"/>
            <a:ext cx="118872" cy="118872"/>
          </a:xfrm>
          <a:prstGeom prst="lin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731520" y="2377440"/>
            <a:ext cx="118872" cy="118872"/>
          </a:xfrm>
          <a:prstGeom prst="lin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896112" y="2377440"/>
            <a:ext cx="118872" cy="118872"/>
          </a:xfrm>
          <a:prstGeom prst="lin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" y="2500122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simple.py behavior on drop: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OSError: [Errno 104] ECONNRESET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Script halts — needs manual reset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Bad for production deployments!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401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648456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Pico stops publishing after broker restart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data on dashboard until manual Pico reset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MQTT client disappears from broker list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4114800" cy="3375660"/>
          </a:xfrm>
          <a:prstGeom prst="rect">
            <a:avLst/>
          </a:prstGeom>
          <a:solidFill>
            <a:srgbClr val="EEF9EE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4663440" y="1143000"/>
            <a:ext cx="4114800" cy="411480"/>
          </a:xfrm>
          <a:prstGeom prst="rect">
            <a:avLst/>
          </a:prstGeom>
          <a:solidFill>
            <a:srgbClr val="1B6B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4773168" y="1143000"/>
            <a:ext cx="3895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umqtt.robust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645920"/>
            <a:ext cx="3858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robust.py extends simple.py with automatic reconnection. If the connection drops, it re-connects to the broker and re-subscribes automatically.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286000"/>
            <a:ext cx="3931920" cy="10058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864608" y="2377440"/>
            <a:ext cx="118872" cy="118872"/>
          </a:xfrm>
          <a:prstGeom prst="lin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5029200" y="2377440"/>
            <a:ext cx="118872" cy="118872"/>
          </a:xfrm>
          <a:prstGeom prst="lin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193792" y="2377440"/>
            <a:ext cx="118872" cy="118872"/>
          </a:xfrm>
          <a:prstGeom prst="lin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4846320" y="2435352"/>
            <a:ext cx="374904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Just change the import!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umqtt.simple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MQTTClient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umqtt.robust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MQTTClient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401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3648456"/>
            <a:ext cx="38587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Reconnects automatically on Wi-Fi drop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Re-subscribes to all topics after reconnect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script changes beyond the import line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02920" y="47091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Always use umqtt.robust for production and long-running deployments. Use umqtt.simple only for learning and quick experiments.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rgbClr val="3A00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749040" y="41148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974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Troubleshooting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977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Explorer  ·  HiveMQ WebUI  ·  Debug Tips  ·  Common Errors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with MQTT Explorer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tool to monitor topics and publish test messages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577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143000"/>
            <a:ext cx="54864" cy="658368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512064" y="1271016"/>
            <a:ext cx="384048" cy="384048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12064" y="1271016"/>
            <a:ext cx="384048" cy="384048"/>
          </a:xfrm>
          <a:prstGeom prst="rect">
            <a:avLst/>
          </a:prstGeom>
          <a:solidFill>
            <a:srgbClr val="0064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20700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4721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MQTT Explorer free from: mqtt-explorer.com. Available for Windows, macOS, Linux.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901952"/>
            <a:ext cx="5577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65760" y="1901952"/>
            <a:ext cx="54864" cy="658368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512064" y="2029968"/>
            <a:ext cx="384048" cy="384048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512064" y="2029968"/>
            <a:ext cx="384048" cy="384048"/>
          </a:xfrm>
          <a:prstGeom prst="rect">
            <a:avLst/>
          </a:prstGeom>
          <a:solidFill>
            <a:srgbClr val="0064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196596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2311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broker URL, port 8883, username, password, enable TLS. Click Connect.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660904"/>
            <a:ext cx="5577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65760" y="2660904"/>
            <a:ext cx="54864" cy="658368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512064" y="2788920"/>
            <a:ext cx="384048" cy="384048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12064" y="2788920"/>
            <a:ext cx="384048" cy="384048"/>
          </a:xfrm>
          <a:prstGeom prst="rect">
            <a:avLst/>
          </a:prstGeom>
          <a:solidFill>
            <a:srgbClr val="0064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72491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Topics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" y="29900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topics published by your Pico 2W appear in the left panel as a tree. Click any topic to see its current value and history.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5577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65760" y="3419856"/>
            <a:ext cx="54864" cy="658368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512064" y="3547872"/>
            <a:ext cx="384048" cy="384048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512064" y="3547872"/>
            <a:ext cx="384048" cy="384048"/>
          </a:xfrm>
          <a:prstGeom prst="rect">
            <a:avLst/>
          </a:prstGeom>
          <a:solidFill>
            <a:srgbClr val="0064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48386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Test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749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side: enter topic (e.g. pico/led/control), type payload (ON or OFF), click Publish. Your Pico receives it instantly.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178808"/>
            <a:ext cx="55778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365760" y="4178808"/>
            <a:ext cx="54864" cy="658368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12064" y="4306824"/>
            <a:ext cx="384048" cy="384048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12064" y="4306824"/>
            <a:ext cx="384048" cy="384048"/>
          </a:xfrm>
          <a:prstGeom prst="rect">
            <a:avLst/>
          </a:prstGeom>
          <a:solidFill>
            <a:srgbClr val="00648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24281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" y="4507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Thonny Shell on Pico side — the callback print() should show the received message confirming end-to-end success.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1143000"/>
            <a:ext cx="2651760" cy="379476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263640" y="1234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Test Tools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3640" y="15727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Web Client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1810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browser client at hivemq.com/demos/websocket-client/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63640" y="223113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MQTT.fx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24688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client, good for scripted testing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63640" y="288950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mosquitto_pub / _sub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63640" y="3127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tools — fast for command-line testing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354787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37856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Flow-based dashboard with MQTT nodes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263640" y="42062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263640" y="4443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 integration with MQTT Discovery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Common Issues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Symptoms, causes, and fixes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78561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Symptom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Cause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OSError: ECONNRESET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 connection dropped (Wi-Fi or broker restarted)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to umqtt.robust for auto-reconnect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MQTTException: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username or password for broker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Double-check credentials in secrets.py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OSError: 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Hostname not resolved (DNS failure or wrong URL)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cluster URL, check Wi-Fi is connected first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 hangs on connect()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mismatch: using 1883 on TLS-only broker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port 8883 with ssl=True for HiveMQ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 never fires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set_callback() called after connect()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Always call set_callback() BEFORE connect()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msg comparison fails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Comparing msg == 'ON' instead of b'ON'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Messages are bytes — use b'ON' or msg.decode()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publishes once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wait_msg() inside publish loop blocks indefinitely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check_msg() for non-blocking message checks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disconnects Pico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Client ID on same broker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6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unique MQTT_CLIENT_ID per physical device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Tips &amp; Best Practices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MQTT development easier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14800" cy="111556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57200" y="1389888"/>
            <a:ext cx="502920" cy="502920"/>
          </a:xfrm>
          <a:prstGeom prst="line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4630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78992" y="120700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broker responses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8992" y="149961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try/except around connect() and print the exception. MQTTException code 5 = bad credentials; 128+ = protocol error.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2377440"/>
            <a:ext cx="4114800" cy="111556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57200" y="2651760"/>
            <a:ext cx="502920" cy="502920"/>
          </a:xfrm>
          <a:prstGeom prst="line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272491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78992" y="246888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topics in isolation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078992" y="2761488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MQTT Explorer to publish to pico/led/control manually BEFORE running subscribe script. Isolates server vs client issues.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65760" y="3639312"/>
            <a:ext cx="4114800" cy="111556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3"/>
          <p:cNvSpPr/>
          <p:nvPr/>
        </p:nvSpPr>
        <p:spPr>
          <a:xfrm>
            <a:off x="457200" y="3913632"/>
            <a:ext cx="502920" cy="502920"/>
          </a:xfrm>
          <a:prstGeom prst="line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986784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78992" y="37307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Thonny Shell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1078992" y="402336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print() output from Pico appears in Thonny Shell. Add verbose prints in callback to trace every received message.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709160" y="1115568"/>
            <a:ext cx="4114800" cy="111556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17"/>
          <p:cNvSpPr/>
          <p:nvPr/>
        </p:nvSpPr>
        <p:spPr>
          <a:xfrm>
            <a:off x="4800600" y="1389888"/>
            <a:ext cx="502920" cy="502920"/>
          </a:xfrm>
          <a:prstGeom prst="lin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46304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22392" y="1207008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Wi-Fi before MQTT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22392" y="1499616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wlan.isconnected() and wlan.ifconfig() before attempting MQTT connect. No Wi-Fi = connection will always fail.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4709160" y="2377440"/>
            <a:ext cx="4114800" cy="111556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1"/>
          <p:cNvSpPr/>
          <p:nvPr/>
        </p:nvSpPr>
        <p:spPr>
          <a:xfrm>
            <a:off x="4800600" y="2651760"/>
            <a:ext cx="502920" cy="502920"/>
          </a:xfrm>
          <a:prstGeom prst="line">
            <a:avLst/>
          </a:prstGeom>
          <a:solidFill>
            <a:srgbClr val="1B6B2F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724912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22392" y="246888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retained messages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22392" y="2761488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with retain=True so MQTT Explorer shows the LAST value immediately when you connect — great for debugging state.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4709160" y="3639312"/>
            <a:ext cx="4114800" cy="111556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25"/>
          <p:cNvSpPr/>
          <p:nvPr/>
        </p:nvSpPr>
        <p:spPr>
          <a:xfrm>
            <a:off x="4800600" y="3913632"/>
            <a:ext cx="502920" cy="502920"/>
          </a:xfrm>
          <a:prstGeom prst="line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3986784"/>
            <a:ext cx="292608" cy="292608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422392" y="3730752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vs string compare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5422392" y="4023360"/>
            <a:ext cx="3273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type(msg) inside callback. It will show &lt;class 'bytes'&gt;. Use msg.decode() == 'ON' or msg == b'ON'.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with Node-RED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Visualizing Pico sensor data in real time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029200" cy="361188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MQTT Setup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292608" cy="347472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02920" y="162763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86968" y="16367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Node-RED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359152" y="16367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install -g node-red (on Raspberry Pi or PC)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130552"/>
            <a:ext cx="292608" cy="347472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502920" y="213055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213969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browser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59152" y="21396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http://localhost:1880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633472"/>
            <a:ext cx="292608" cy="347472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502920" y="263347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6968" y="264261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MQTT-in node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59152" y="264261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'mqtt in' node. Configure broker URL, port, credentials.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136392"/>
            <a:ext cx="292608" cy="347472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502920" y="313639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6968" y="314553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topic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359152" y="31455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topic to pico/bme280/# (wildcard for all sensor readings)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639312"/>
            <a:ext cx="292608" cy="347472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502920" y="363931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86968" y="364845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dashboard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59152" y="36484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node-red-dashboard, add 'gauge' or 'chart' nodes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2920" y="4142232"/>
            <a:ext cx="292608" cy="347472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02920" y="414223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86968" y="4151376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Deploy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359152" y="41513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MQTT-in → JSON → Gauge. Click Deploy. Open /ui dashboard.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1143000"/>
            <a:ext cx="3200400" cy="394716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5715000" y="1252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Flow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15000" y="1664208"/>
            <a:ext cx="2834640" cy="53035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5760720" y="17190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in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19385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pico/bme280/#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068312" y="2194560"/>
            <a:ext cx="64008" cy="219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5715000" y="2414016"/>
            <a:ext cx="2834640" cy="530352"/>
          </a:xfrm>
          <a:prstGeom prst="rect">
            <a:avLst/>
          </a:prstGeom>
          <a:solidFill>
            <a:srgbClr val="607D8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5760720" y="24688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760720" y="268833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068312" y="2944368"/>
            <a:ext cx="64008" cy="219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5715000" y="3163824"/>
            <a:ext cx="2834640" cy="53035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5760720" y="32186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0" y="34381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68312" y="3694176"/>
            <a:ext cx="64008" cy="2194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6" name="Shape 44"/>
          <p:cNvSpPr/>
          <p:nvPr/>
        </p:nvSpPr>
        <p:spPr>
          <a:xfrm>
            <a:off x="5715000" y="3913632"/>
            <a:ext cx="2834640" cy="530352"/>
          </a:xfrm>
          <a:prstGeom prst="rect">
            <a:avLst/>
          </a:prstGeom>
          <a:solidFill>
            <a:srgbClr val="1B6B2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5760720" y="39684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60720" y="41879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15000" y="454914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MQTT Platforms: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715000" y="47594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· Adafruit IO · OpenHAB · Grafana + InfluxDB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MQTT Integration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Pico 2W to home automation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5029200" cy="320040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475488" y="1207008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/>
          <p:cNvSpPr/>
          <p:nvPr/>
        </p:nvSpPr>
        <p:spPr>
          <a:xfrm>
            <a:off x="640080" y="1207008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804672" y="1207008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57200" y="1356360"/>
            <a:ext cx="4846320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MQTT Discovery for Home Assistant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 auto-detects device if you publish to correct topic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1: Publish device discovery config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config_topic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"homeassistant/sensor/pico_temp/config"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config_payload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json.dumps({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"name"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 Temperature"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"device_class"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"temperature"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"state_topic"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"pico/bme280/temperature"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"unit_of_measurement"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"°C"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"unique_id"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"pico2w_temp_01"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.publish(config_topic, config_payload, retain=True)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 2: Publish sensor data as usual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home/pico/bme280/temperature → HA reads it automatically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.publish(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"pico/bme280/temperature"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str(temp), retain=True)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115568"/>
            <a:ext cx="3200400" cy="320040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715000" y="12070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MQTT Discovery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715000" y="1572768"/>
            <a:ext cx="146304" cy="146304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925312" y="155448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MQTT integration in HA Settings → Devices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2075688"/>
            <a:ext cx="146304" cy="146304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925312" y="20574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broker URL (same HiveMQ or local Mosquitto)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15000" y="2578608"/>
            <a:ext cx="146304" cy="146304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925312" y="256032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config payload to homeassistant/&lt;domain&gt;/&lt;id&gt;/config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15000" y="3081528"/>
            <a:ext cx="146304" cy="146304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925312" y="306324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auto-creates entity — appears in dashboard immediately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715000" y="3584448"/>
            <a:ext cx="146304" cy="146304"/>
          </a:xfrm>
          <a:prstGeom prst="line">
            <a:avLst/>
          </a:prstGeom>
          <a:solidFill>
            <a:srgbClr val="006480"/>
          </a:solidFill>
          <a:ln>
            <a:solidFill>
              <a:schemeClr val="accent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925312" y="356616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updates flow via state_topic — same as regular publish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407408"/>
            <a:ext cx="8412480" cy="457200"/>
          </a:xfrm>
          <a:prstGeom prst="rect">
            <a:avLst/>
          </a:prstGeom>
          <a:solidFill>
            <a:srgbClr val="EEF9EE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75488" y="4498848"/>
            <a:ext cx="228600" cy="2286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77240" y="445312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Discovery eliminates manual HA entity config. Publish the config JSON once and HA auto-discovers your Pico as a device with all its sensors.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Advanced: Last Will &amp; Testament (LWT)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Knowing when your Pico goes offline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41148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LWT?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lets you specify a message that the broker publishes AUTOMATICALLY if your Pico disconnects ungracefully (power loss, Wi-Fi drop, crash). Other subscribers receive the offline notice immediately.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931920" cy="18135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66928" y="2423160"/>
            <a:ext cx="118872" cy="118872"/>
          </a:xfrm>
          <a:prstGeom prst="lin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118872" cy="118872"/>
          </a:xfrm>
          <a:prstGeom prst="lin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96112" y="2423160"/>
            <a:ext cx="118872" cy="118872"/>
          </a:xfrm>
          <a:prstGeom prst="lin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80060" y="2633472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 LWT before calling connect()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.set_last_will(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topic   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"pico/status"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msg      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"offline"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retain   =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qos      = </a:t>
            </a:r>
            <a:r>
              <a:rPr lang="en-US" sz="100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.connect()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LWT registered in CONNECT packet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4069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Pico connects cleanly, it publishes 'online' itself. The broker sends 'offline' only on ungraceful disconnect.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114800" cy="361188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800600" y="1252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LWT Use Cases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1511808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864608" y="157581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presence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64608" y="1859280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🟢 online / 🔴 offline per device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61616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4864608" y="232562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64608" y="2609088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sends email if device goes offline unexpectedly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011424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864608" y="307543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availability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64608" y="3358896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Assistant uses LWT to mark entity as unavailable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761232"/>
            <a:ext cx="3931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864608" y="38252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monitoring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4108704"/>
            <a:ext cx="3657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which of many Pico devices are currently active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4480560"/>
            <a:ext cx="4023360" cy="5867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864608" y="4754880"/>
            <a:ext cx="118872" cy="118872"/>
          </a:xfrm>
          <a:prstGeom prst="lin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5029200" y="4754880"/>
            <a:ext cx="118872" cy="118872"/>
          </a:xfrm>
          <a:prstGeom prst="lin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5193792" y="4754880"/>
            <a:ext cx="118872" cy="118872"/>
          </a:xfrm>
          <a:prstGeom prst="lin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4800600" y="4675632"/>
            <a:ext cx="41605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clean boot: announce online status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.publish(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"pico/status"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"online"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retain=True)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Key Takeaways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you've learned in this lecture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20624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365760" y="1115568"/>
            <a:ext cx="64008" cy="795528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Protocol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pub/sub over TCP. RFC 6455. Ports 1883 (plain) / 8883 (TLS). Minimal overhead — perfect for IoT.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48256"/>
            <a:ext cx="420624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65760" y="2048256"/>
            <a:ext cx="64008" cy="795528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54864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Publish, Subscribe, Topics (hierarchical, case-sensitive), Messages (any payload), Broker (filters &amp; routes).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80944"/>
            <a:ext cx="420624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365760" y="2980944"/>
            <a:ext cx="64008" cy="795528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548640" y="3054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Setup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383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free cloud (no install), Mosquitto local (Raspberry Pi), or cloud VPS. Need URL, port, username, password.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913632"/>
            <a:ext cx="420624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64008" cy="7955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8640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umqtt Modules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15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simple.py = basic MQTT client. robust.py = auto-reconnect. Install in /umqtt/ folder on Pico filesystem.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1115568"/>
            <a:ext cx="420624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4800600" y="1115568"/>
            <a:ext cx="64008" cy="795528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983480" y="11887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all credentials in secrets.py. Never hardcode in main script. Add to .gitignore.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048256"/>
            <a:ext cx="420624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4800600" y="2048256"/>
            <a:ext cx="64008" cy="795528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983480" y="2121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24505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MQTTClient → connect() → publish(topic, msg, retain=True). Use JSON for multi-value payloads.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980944"/>
            <a:ext cx="420624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9"/>
          <p:cNvSpPr/>
          <p:nvPr/>
        </p:nvSpPr>
        <p:spPr>
          <a:xfrm>
            <a:off x="4800600" y="2980944"/>
            <a:ext cx="64008" cy="795528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4983480" y="30540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3383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set_callback() BEFORE connect(). subscribe(topic). wait_msg() blocks; check_msg() non-blocking.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3913632"/>
            <a:ext cx="420624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4800600" y="3913632"/>
            <a:ext cx="64008" cy="795528"/>
          </a:xfrm>
          <a:prstGeom prst="rect">
            <a:avLst/>
          </a:prstGeom>
          <a:solidFill>
            <a:srgbClr val="5C2D9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4983480" y="3986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Tips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83480" y="43159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robust.py, unique client IDs, LWT for offline detection, check_msg() for multi-task loops.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MicroPython MQTT — Quick Reference Cheat Sheet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65760" y="5943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Pico 2W  ·  umqtt.simple / umqtt.robust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51960" cy="17297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475488" y="1005840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640080" y="1005840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804672" y="1005840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1216152"/>
            <a:ext cx="406908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Connect to broker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umqtt.robust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MQTTClient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MQTTClient(client_id, server,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port, user, pwd, ssl=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ssl_params={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"server_hostname"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server})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set_callback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(callback_fn)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2743200"/>
            <a:ext cx="4251960" cy="19202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475488" y="2834640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640080" y="2834640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804672" y="2834640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" y="3044952"/>
            <a:ext cx="406908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Publish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(topic, msg)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(topic, msg, retain=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Subscribe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"home/+/lamp"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Wait: blocking / non-blocking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wait_msg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check_msg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4069080" cy="17297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864608" y="1005840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5029200" y="1005840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193792" y="1005840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846320" y="1216152"/>
            <a:ext cx="388620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Callback template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callback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(topic, msg):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 = topic.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msg.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 == 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"pico/led"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led.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m==</a:t>
            </a:r>
            <a:r>
              <a:rPr lang="en-US" sz="10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"ON"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743200"/>
            <a:ext cx="4069080" cy="19202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64608" y="2834640"/>
            <a:ext cx="118872" cy="118872"/>
          </a:xfrm>
          <a:prstGeom prst="line">
            <a:avLst/>
          </a:prstGeom>
          <a:solidFill>
            <a:srgbClr val="FF5F56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029200" y="2834640"/>
            <a:ext cx="118872" cy="118872"/>
          </a:xfrm>
          <a:prstGeom prst="line">
            <a:avLst/>
          </a:prstGeom>
          <a:solidFill>
            <a:srgbClr val="FFBD2E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5193792" y="2834640"/>
            <a:ext cx="118872" cy="118872"/>
          </a:xfrm>
          <a:prstGeom prst="line">
            <a:avLst/>
          </a:prstGeom>
          <a:solidFill>
            <a:srgbClr val="27C93F"/>
          </a:solidFill>
          <a:ln>
            <a:solidFill>
              <a:schemeClr val="bg1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4846320" y="3044952"/>
            <a:ext cx="3886200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Pub + Sub main loop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check_msg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non-blocking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time.ticks_diff(time.ticks_ms(), last) &gt; 10000: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client.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(topic, data, retain=</a:t>
            </a:r>
            <a:r>
              <a:rPr lang="en-US" sz="1000" dirty="0">
                <a:solidFill>
                  <a:srgbClr val="4FC3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last = time.</a:t>
            </a:r>
            <a:r>
              <a:rPr lang="en-US" sz="100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ticks_ms</a:t>
            </a: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782312"/>
            <a:ext cx="8458200" cy="320040"/>
          </a:xfrm>
          <a:prstGeom prst="rect">
            <a:avLst/>
          </a:prstGeom>
          <a:solidFill>
            <a:srgbClr val="1E2D3D"/>
          </a:solidFill>
          <a:ln w="12700">
            <a:solidFill>
              <a:srgbClr val="2A3F5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75488" y="4873752"/>
            <a:ext cx="118872" cy="118872"/>
          </a:xfrm>
          <a:prstGeom prst="lin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640080" y="4873752"/>
            <a:ext cx="118872" cy="118872"/>
          </a:xfrm>
          <a:prstGeom prst="lin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804672" y="4873752"/>
            <a:ext cx="118872" cy="118872"/>
          </a:xfrm>
          <a:prstGeom prst="lin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57200" y="4873752"/>
            <a:ext cx="8275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LWT: client.set_last_will(topic, 'offline', retain=True, qos=1)  — BEFORE connect()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Questions &amp; Lab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11480" y="685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your understanding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914400" cy="36576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1417320" y="914400"/>
            <a:ext cx="320040" cy="36576"/>
          </a:xfrm>
          <a:prstGeom prst="rect">
            <a:avLst/>
          </a:prstGeom>
          <a:solidFill>
            <a:srgbClr val="E05A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029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502920" y="125272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Questions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77240" y="16093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MQTT stand for, and what is its primary design goal?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929384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77240" y="191109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publish/subscribe model. How does it differ from HTTP?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231136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777240" y="22128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role of the MQTT broker? Name two broker options.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2532888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777240" y="251460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MQTT topic wildcards? Give an example of + and # usage.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834640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77240" y="281635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QoS 0, 1, and 2?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136392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77240" y="31181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set_callback() be called BEFORE connect()?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438144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777240" y="341985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wait_msg() and check_msg()?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739896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777240" y="37216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umqtt.robust instead of umqtt.simple in production?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4041648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777240" y="40233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if two devices share the same MQTT Client ID?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4343400"/>
            <a:ext cx="182880" cy="182880"/>
          </a:xfrm>
          <a:prstGeom prst="line">
            <a:avLst/>
          </a:prstGeom>
          <a:solidFill>
            <a:srgbClr val="006480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777240" y="4325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MQTT retained messages benefit late-joining subscribers?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577840" y="1143000"/>
            <a:ext cx="3200400" cy="3611880"/>
          </a:xfrm>
          <a:prstGeom prst="rect">
            <a:avLst/>
          </a:prstGeom>
          <a:solidFill>
            <a:srgbClr val="E0F4FA"/>
          </a:solidFill>
          <a:ln w="12700">
            <a:solidFill>
              <a:srgbClr val="CF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/>
          <p:nvPr/>
        </p:nvSpPr>
        <p:spPr>
          <a:xfrm>
            <a:off x="5715000" y="1252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Checklist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715000" y="1609344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035040" y="160020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 account created &amp; cluster URL saved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15000" y="1920240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/>
          <p:nvPr/>
        </p:nvSpPr>
        <p:spPr>
          <a:xfrm>
            <a:off x="6035040" y="191109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umqtt/simple.py uploaded to Pico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15000" y="2231136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035040" y="222199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umqtt/robust.py uploaded to Pico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15000" y="2542032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035040" y="253288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secrets.py created with correct credentials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15000" y="285292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/>
          <p:nvPr/>
        </p:nvSpPr>
        <p:spPr>
          <a:xfrm>
            <a:off x="6035040" y="28437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boot.py connects Pico 2W to Wi-Fi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715000" y="3163824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6035040" y="3154680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publish.py sends BME280 data successfully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715000" y="3474720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1"/>
          <p:cNvSpPr/>
          <p:nvPr/>
        </p:nvSpPr>
        <p:spPr>
          <a:xfrm>
            <a:off x="6035040" y="3465576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subscribe.py controls Pico LED from MQTT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715000" y="3785616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6035040" y="3776472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Explorer shows published topics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15000" y="4096512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/>
          <p:cNvSpPr/>
          <p:nvPr/>
        </p:nvSpPr>
        <p:spPr>
          <a:xfrm>
            <a:off x="6035040" y="4087368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Multi-client test: two subscribers update together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715000" y="4407408"/>
            <a:ext cx="237744" cy="237744"/>
          </a:xfrm>
          <a:prstGeom prst="rect">
            <a:avLst/>
          </a:prstGeom>
          <a:solidFill>
            <a:srgbClr val="FFFFFF"/>
          </a:solidFill>
          <a:ln w="12700">
            <a:solidFill>
              <a:srgbClr val="00648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7"/>
          <p:cNvSpPr/>
          <p:nvPr/>
        </p:nvSpPr>
        <p:spPr>
          <a:xfrm>
            <a:off x="6035040" y="439826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Node-RED or HA dashboard running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5F145FB1-D758-FAE9-1823-94B07E9E0169}"/>
              </a:ext>
            </a:extLst>
          </p:cNvPr>
          <p:cNvSpPr/>
          <p:nvPr/>
        </p:nvSpPr>
        <p:spPr>
          <a:xfrm>
            <a:off x="0" y="0"/>
            <a:ext cx="9144000" cy="237744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648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60E1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914400" y="242316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Lecture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297180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0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Pico 2W — Getting Started with MQTT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401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MicroPython  ·  umqtt  ·  HiveMQ  ·  Pub/Sub  ·  BME280  ·  Node-RED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now connect any Pico 2W sensor to any MQTT-enabled platform!</a:t>
            </a:r>
            <a:endParaRPr lang="en-US" sz="14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0E3CB0-05E2-433D-BE21-805A2846A631}"/>
              </a:ext>
            </a:extLst>
          </p:cNvPr>
          <p:cNvGrpSpPr/>
          <p:nvPr/>
        </p:nvGrpSpPr>
        <p:grpSpPr>
          <a:xfrm>
            <a:off x="1405465" y="799541"/>
            <a:ext cx="6028345" cy="1143000"/>
            <a:chOff x="1044723" y="766250"/>
            <a:chExt cx="6028345" cy="1143000"/>
          </a:xfrm>
        </p:grpSpPr>
        <p:pic>
          <p:nvPicPr>
            <p:cNvPr id="10" name="Picture 9" descr="MQTT Specification">
              <a:extLst>
                <a:ext uri="{FF2B5EF4-FFF2-40B4-BE49-F238E27FC236}">
                  <a16:creationId xmlns:a16="http://schemas.microsoft.com/office/drawing/2014/main" id="{957EE3FF-1ADD-C232-39CC-C10E464C29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4723" y="766250"/>
              <a:ext cx="1333958" cy="1143000"/>
            </a:xfrm>
            <a:prstGeom prst="rect">
              <a:avLst/>
            </a:prstGeom>
          </p:spPr>
        </p:pic>
        <p:pic>
          <p:nvPicPr>
            <p:cNvPr id="11" name="Picture 10" descr="Pico microcontroller boards - Raspberry Pi Documentation">
              <a:extLst>
                <a:ext uri="{FF2B5EF4-FFF2-40B4-BE49-F238E27FC236}">
                  <a16:creationId xmlns:a16="http://schemas.microsoft.com/office/drawing/2014/main" id="{1C04510F-EB01-D43A-A72E-F408E5827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2315" t="5740" r="29314" b="8883"/>
            <a:stretch>
              <a:fillRect/>
            </a:stretch>
          </p:blipFill>
          <p:spPr>
            <a:xfrm>
              <a:off x="6625706" y="809345"/>
              <a:ext cx="447362" cy="1056811"/>
            </a:xfrm>
            <a:prstGeom prst="rect">
              <a:avLst/>
            </a:prstGeo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201E218-A61E-0F11-2B5E-DA765BE3A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0637" y="766250"/>
              <a:ext cx="1141241" cy="114124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6541</Words>
  <Application>Microsoft Office PowerPoint</Application>
  <PresentationFormat>On-screen Show (16:9)</PresentationFormat>
  <Paragraphs>929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Raspberry Pi Pico 2W — Getting Started with MQTT</dc:title>
  <dc:subject>PptxGenJS Presentation</dc:subject>
  <dc:creator>MicroPython Lecture</dc:creator>
  <cp:lastModifiedBy>NHEK SROS</cp:lastModifiedBy>
  <cp:revision>3</cp:revision>
  <dcterms:created xsi:type="dcterms:W3CDTF">2026-05-26T07:37:10Z</dcterms:created>
  <dcterms:modified xsi:type="dcterms:W3CDTF">2026-05-28T06:56:49Z</dcterms:modified>
</cp:coreProperties>
</file>